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58" r:id="rId4"/>
    <p:sldId id="263" r:id="rId5"/>
    <p:sldId id="259" r:id="rId6"/>
    <p:sldId id="264" r:id="rId7"/>
    <p:sldId id="4008" r:id="rId8"/>
    <p:sldId id="4009" r:id="rId9"/>
    <p:sldId id="260" r:id="rId10"/>
    <p:sldId id="270" r:id="rId11"/>
    <p:sldId id="4010" r:id="rId12"/>
    <p:sldId id="261" r:id="rId13"/>
    <p:sldId id="4011" r:id="rId14"/>
    <p:sldId id="266" r:id="rId15"/>
    <p:sldId id="4012" r:id="rId16"/>
    <p:sldId id="4013" r:id="rId17"/>
    <p:sldId id="281" r:id="rId18"/>
  </p:sldIdLst>
  <p:sldSz cx="9144000" cy="5143500" type="screen16x9"/>
  <p:notesSz cx="6858000" cy="9144000"/>
  <p:custDataLst>
    <p:tags r:id="rId20"/>
  </p:custDataLst>
  <p:defaultTextStyle>
    <a:defPPr>
      <a:defRPr lang="zh-CN"/>
    </a:defPPr>
    <a:lvl1pPr marL="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35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A080FDC-2F1A-4181-ADD2-C1BAAB050501}" v="1462" dt="2026-05-14T20:12:24.39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12" autoAdjust="0"/>
    <p:restoredTop sz="94626" autoAdjust="0"/>
  </p:normalViewPr>
  <p:slideViewPr>
    <p:cSldViewPr snapToGrid="0">
      <p:cViewPr varScale="1">
        <p:scale>
          <a:sx n="161" d="100"/>
          <a:sy n="161" d="100"/>
        </p:scale>
        <p:origin x="944" y="19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86" d="100"/>
        <a:sy n="18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DA0196-8BE4-574D-9546-94BD3A739419}" type="datetimeFigureOut">
              <a:rPr lang="tr-TR" smtClean="0"/>
              <a:t>19.10.2026</a:t>
            </a:fld>
            <a:endParaRPr lang="tr-TR"/>
          </a:p>
        </p:txBody>
      </p:sp>
      <p:sp>
        <p:nvSpPr>
          <p:cNvPr id="4" name="Slayt Resmi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 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AF17F4-71E4-1D42-824D-DA50DD2E5294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42294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tr-TR" altLang="zh-CN" dirty="0"/>
              <a:t>Freepptbackgrounds.net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tr-TR" altLang="zh-CN" dirty="0"/>
              <a:t>www.freepptbackgrounds.net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42BE0-E812-4476-AA1F-B55945672A27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9A96A-0815-40A2-B8E4-7B95908F9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0722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tr-TR" altLang="zh-CN" dirty="0"/>
              <a:t>Freepptbackgrounds.net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 altLang="zh-CN" dirty="0"/>
              <a:t>Download free</a:t>
            </a:r>
            <a:endParaRPr lang="tr-TR" altLang="zh-CN" dirty="0"/>
          </a:p>
          <a:p>
            <a:pPr lvl="1"/>
            <a:r>
              <a:rPr lang="en-US" altLang="zh-CN" dirty="0" err="1"/>
              <a:t>Powerpoint</a:t>
            </a:r>
            <a:r>
              <a:rPr lang="en-US" altLang="zh-CN" dirty="0"/>
              <a:t> template</a:t>
            </a:r>
            <a:endParaRPr lang="tr-TR" altLang="zh-CN" dirty="0"/>
          </a:p>
          <a:p>
            <a:pPr lvl="2"/>
            <a:r>
              <a:rPr lang="en-US" altLang="zh-CN" dirty="0"/>
              <a:t>and </a:t>
            </a:r>
            <a:endParaRPr lang="tr-TR" altLang="zh-CN" dirty="0"/>
          </a:p>
          <a:p>
            <a:pPr lvl="3"/>
            <a:r>
              <a:rPr lang="en-US" altLang="zh-CN" dirty="0"/>
              <a:t>Google slides</a:t>
            </a:r>
            <a:endParaRPr lang="tr-TR" altLang="zh-CN" dirty="0"/>
          </a:p>
          <a:p>
            <a:pPr lvl="4"/>
            <a:r>
              <a:rPr lang="en-US" altLang="zh-CN" dirty="0"/>
              <a:t>Presentation for you.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42BE0-E812-4476-AA1F-B55945672A27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9A96A-0815-40A2-B8E4-7B95908F9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1625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tr-TR" altLang="zh-CN" dirty="0"/>
              <a:t>Freepptbackgrounds.net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tr-TR" altLang="zh-CN" dirty="0"/>
              <a:t>www.freepptbackgrounds.net</a:t>
            </a:r>
            <a:endParaRPr lang="zh-CN" alt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42BE0-E812-4476-AA1F-B55945672A27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9A96A-0815-40A2-B8E4-7B95908F9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12652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tr-TR" altLang="zh-CN" dirty="0"/>
              <a:t>Freepptbackgrounds.net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 altLang="zh-CN" dirty="0"/>
              <a:t>Download free</a:t>
            </a:r>
            <a:endParaRPr lang="tr-TR" altLang="zh-CN" dirty="0"/>
          </a:p>
          <a:p>
            <a:pPr lvl="1"/>
            <a:r>
              <a:rPr lang="en-US" altLang="zh-CN" dirty="0" err="1"/>
              <a:t>Powerpoint</a:t>
            </a:r>
            <a:r>
              <a:rPr lang="en-US" altLang="zh-CN" dirty="0"/>
              <a:t> template</a:t>
            </a:r>
            <a:endParaRPr lang="tr-TR" altLang="zh-CN" dirty="0"/>
          </a:p>
          <a:p>
            <a:pPr lvl="2"/>
            <a:r>
              <a:rPr lang="en-US" altLang="zh-CN" dirty="0"/>
              <a:t>and </a:t>
            </a:r>
            <a:endParaRPr lang="tr-TR" altLang="zh-CN" dirty="0"/>
          </a:p>
          <a:p>
            <a:pPr lvl="3"/>
            <a:r>
              <a:rPr lang="en-US" altLang="zh-CN" dirty="0"/>
              <a:t>Google slides</a:t>
            </a:r>
            <a:endParaRPr lang="tr-TR" altLang="zh-CN" dirty="0"/>
          </a:p>
          <a:p>
            <a:pPr lvl="4"/>
            <a:r>
              <a:rPr lang="en-US" altLang="zh-CN" dirty="0"/>
              <a:t>Presentation for you.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 altLang="zh-CN" dirty="0"/>
              <a:t>Download free</a:t>
            </a:r>
            <a:endParaRPr lang="tr-TR" altLang="zh-CN" dirty="0"/>
          </a:p>
          <a:p>
            <a:pPr lvl="1"/>
            <a:r>
              <a:rPr lang="en-US" altLang="zh-CN" dirty="0" err="1"/>
              <a:t>Powerpoint</a:t>
            </a:r>
            <a:r>
              <a:rPr lang="en-US" altLang="zh-CN" dirty="0"/>
              <a:t> template</a:t>
            </a:r>
            <a:endParaRPr lang="tr-TR" altLang="zh-CN" dirty="0"/>
          </a:p>
          <a:p>
            <a:pPr lvl="2"/>
            <a:r>
              <a:rPr lang="en-US" altLang="zh-CN" dirty="0"/>
              <a:t>and </a:t>
            </a:r>
            <a:endParaRPr lang="tr-TR" altLang="zh-CN" dirty="0"/>
          </a:p>
          <a:p>
            <a:pPr lvl="3"/>
            <a:r>
              <a:rPr lang="en-US" altLang="zh-CN" dirty="0"/>
              <a:t>Google slides</a:t>
            </a:r>
            <a:endParaRPr lang="tr-TR" altLang="zh-CN" dirty="0"/>
          </a:p>
          <a:p>
            <a:pPr lvl="4"/>
            <a:r>
              <a:rPr lang="en-US" altLang="zh-CN" dirty="0"/>
              <a:t>Presentation for you.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42BE0-E812-4476-AA1F-B55945672A27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9A96A-0815-40A2-B8E4-7B95908F956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6844771" y="4745653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www.1ppt.com/moban/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行业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www.1ppt.com/hangye/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节日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模板：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www.1ppt.com/jieri/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素材下载：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www.1ppt.com/sucai/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背景图片：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www.1ppt.com/beijing/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图表下载：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www.1ppt.com/tubiao/  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优秀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www.1ppt.com/xiazai/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www.1ppt.com/powerpoint/  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Word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 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www.1ppt.com/word/              Excel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教程：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www.1ppt.com/excel/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资料下载：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www.1ppt.com/ziliao/                PPT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课件下载：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www.1ppt.com/kejian/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范文下载：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www.1ppt.com/fanwen/             </a:t>
            </a: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试卷下载：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www.1ppt.com/shiti/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教案下载：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www.1ppt.com/jiaoan/        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字体下载：</a:t>
            </a: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www.1ppt.com/ziti/</a:t>
            </a: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</a:rPr>
              <a:t> </a:t>
            </a:r>
            <a:endParaRPr kumimoji="0" lang="zh-CN" altLang="en-US" sz="1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2713148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tr-TR" altLang="zh-CN" dirty="0"/>
              <a:t>Freepptbackgrounds.net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tr-TR" altLang="zh-CN" dirty="0"/>
              <a:t>www.freepptbackgrounds.net</a:t>
            </a:r>
            <a:endParaRPr lang="zh-CN" alt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 altLang="zh-CN" dirty="0"/>
              <a:t>Download free</a:t>
            </a:r>
            <a:endParaRPr lang="tr-TR" altLang="zh-CN" dirty="0"/>
          </a:p>
          <a:p>
            <a:pPr lvl="1"/>
            <a:r>
              <a:rPr lang="en-US" altLang="zh-CN" dirty="0" err="1"/>
              <a:t>Powerpoint</a:t>
            </a:r>
            <a:r>
              <a:rPr lang="en-US" altLang="zh-CN" dirty="0"/>
              <a:t> template</a:t>
            </a:r>
            <a:endParaRPr lang="tr-TR" altLang="zh-CN" dirty="0"/>
          </a:p>
          <a:p>
            <a:pPr lvl="2"/>
            <a:r>
              <a:rPr lang="en-US" altLang="zh-CN" dirty="0"/>
              <a:t>and </a:t>
            </a:r>
            <a:endParaRPr lang="tr-TR" altLang="zh-CN" dirty="0"/>
          </a:p>
          <a:p>
            <a:pPr lvl="3"/>
            <a:r>
              <a:rPr lang="en-US" altLang="zh-CN" dirty="0"/>
              <a:t>Google slides</a:t>
            </a:r>
            <a:endParaRPr lang="tr-TR" altLang="zh-CN" dirty="0"/>
          </a:p>
          <a:p>
            <a:pPr lvl="4"/>
            <a:r>
              <a:rPr lang="en-US" altLang="zh-CN" dirty="0"/>
              <a:t>Presentation for you.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tr-TR" altLang="zh-CN" dirty="0"/>
              <a:t>www.freepptbackgrounds.net</a:t>
            </a:r>
            <a:endParaRPr lang="zh-CN" alt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 altLang="zh-CN" dirty="0"/>
              <a:t>Download free</a:t>
            </a:r>
            <a:endParaRPr lang="tr-TR" altLang="zh-CN" dirty="0"/>
          </a:p>
          <a:p>
            <a:pPr lvl="1"/>
            <a:r>
              <a:rPr lang="en-US" altLang="zh-CN" dirty="0" err="1"/>
              <a:t>Powerpoint</a:t>
            </a:r>
            <a:r>
              <a:rPr lang="en-US" altLang="zh-CN" dirty="0"/>
              <a:t> template</a:t>
            </a:r>
            <a:endParaRPr lang="tr-TR" altLang="zh-CN" dirty="0"/>
          </a:p>
          <a:p>
            <a:pPr lvl="2"/>
            <a:r>
              <a:rPr lang="en-US" altLang="zh-CN" dirty="0"/>
              <a:t>and </a:t>
            </a:r>
            <a:endParaRPr lang="tr-TR" altLang="zh-CN" dirty="0"/>
          </a:p>
          <a:p>
            <a:pPr lvl="3"/>
            <a:r>
              <a:rPr lang="en-US" altLang="zh-CN" dirty="0"/>
              <a:t>Google slides</a:t>
            </a:r>
            <a:endParaRPr lang="tr-TR" altLang="zh-CN" dirty="0"/>
          </a:p>
          <a:p>
            <a:pPr lvl="4"/>
            <a:r>
              <a:rPr lang="en-US" altLang="zh-CN" dirty="0"/>
              <a:t>Presentation for you.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42BE0-E812-4476-AA1F-B55945672A27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9A96A-0815-40A2-B8E4-7B95908F9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5183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tr-TR" altLang="zh-CN" dirty="0"/>
              <a:t>Freepptbackgrounds.net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42BE0-E812-4476-AA1F-B55945672A27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9A96A-0815-40A2-B8E4-7B95908F9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9823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42BE0-E812-4476-AA1F-B55945672A27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9A96A-0815-40A2-B8E4-7B95908F9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22214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tr-TR" altLang="zh-CN" dirty="0"/>
              <a:t>Freepptbackgrounds.net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altLang="zh-CN" dirty="0"/>
              <a:t>Download free</a:t>
            </a:r>
            <a:endParaRPr lang="tr-TR" altLang="zh-CN" dirty="0"/>
          </a:p>
          <a:p>
            <a:pPr lvl="1"/>
            <a:r>
              <a:rPr lang="en-US" altLang="zh-CN" dirty="0" err="1"/>
              <a:t>Powerpoint</a:t>
            </a:r>
            <a:r>
              <a:rPr lang="en-US" altLang="zh-CN" dirty="0"/>
              <a:t> template</a:t>
            </a:r>
            <a:endParaRPr lang="tr-TR" altLang="zh-CN" dirty="0"/>
          </a:p>
          <a:p>
            <a:pPr lvl="2"/>
            <a:r>
              <a:rPr lang="en-US" altLang="zh-CN" dirty="0"/>
              <a:t>and </a:t>
            </a:r>
            <a:endParaRPr lang="tr-TR" altLang="zh-CN" dirty="0"/>
          </a:p>
          <a:p>
            <a:pPr lvl="3"/>
            <a:r>
              <a:rPr lang="en-US" altLang="zh-CN" dirty="0"/>
              <a:t>Google slides</a:t>
            </a:r>
            <a:endParaRPr lang="tr-TR" altLang="zh-CN" dirty="0"/>
          </a:p>
          <a:p>
            <a:pPr lvl="4"/>
            <a:r>
              <a:rPr lang="en-US" altLang="zh-CN" dirty="0"/>
              <a:t>Presentation for you.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tr-TR" altLang="zh-CN" dirty="0"/>
              <a:t>www.freepptbackgrounds.net</a:t>
            </a:r>
            <a:endParaRPr lang="zh-CN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42BE0-E812-4476-AA1F-B55945672A27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9A96A-0815-40A2-B8E4-7B95908F9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28510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tr-TR" altLang="zh-CN" dirty="0"/>
              <a:t>Freepptbackgrounds.net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 hasCustomPrompt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lvl="0"/>
            <a:r>
              <a:rPr lang="tr-TR" altLang="zh-CN" dirty="0"/>
              <a:t>www.freepptbackgrounds.net</a:t>
            </a:r>
            <a:endParaRPr lang="zh-CN" alt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tr-TR" altLang="zh-CN" dirty="0"/>
              <a:t>www.freepptbackgrounds.net</a:t>
            </a:r>
            <a:endParaRPr lang="zh-CN" alt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42BE0-E812-4476-AA1F-B55945672A27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9A96A-0815-40A2-B8E4-7B95908F9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62645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tr-TR" altLang="zh-CN" dirty="0"/>
              <a:t>Freepptbackgrounds.net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en-US" altLang="zh-CN" dirty="0"/>
              <a:t>Download free</a:t>
            </a:r>
            <a:endParaRPr lang="tr-TR" altLang="zh-CN" dirty="0"/>
          </a:p>
          <a:p>
            <a:pPr lvl="1"/>
            <a:r>
              <a:rPr lang="en-US" altLang="zh-CN" dirty="0" err="1"/>
              <a:t>Powerpoint</a:t>
            </a:r>
            <a:r>
              <a:rPr lang="en-US" altLang="zh-CN" dirty="0"/>
              <a:t> template</a:t>
            </a:r>
            <a:endParaRPr lang="tr-TR" altLang="zh-CN" dirty="0"/>
          </a:p>
          <a:p>
            <a:pPr lvl="2"/>
            <a:r>
              <a:rPr lang="en-US" altLang="zh-CN" dirty="0"/>
              <a:t>and </a:t>
            </a:r>
            <a:endParaRPr lang="tr-TR" altLang="zh-CN" dirty="0"/>
          </a:p>
          <a:p>
            <a:pPr lvl="3"/>
            <a:r>
              <a:rPr lang="en-US" altLang="zh-CN" dirty="0"/>
              <a:t>Google slides</a:t>
            </a:r>
            <a:endParaRPr lang="tr-TR" altLang="zh-CN" dirty="0"/>
          </a:p>
          <a:p>
            <a:pPr lvl="4"/>
            <a:r>
              <a:rPr lang="en-US" altLang="zh-CN" dirty="0"/>
              <a:t>Presentation for you.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42BE0-E812-4476-AA1F-B55945672A27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9A96A-0815-40A2-B8E4-7B95908F9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99922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tr-TR" altLang="zh-CN" dirty="0"/>
              <a:t>Freepptbackgrounds.net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 altLang="zh-CN" dirty="0"/>
              <a:t>Download free</a:t>
            </a:r>
            <a:endParaRPr lang="tr-TR" altLang="zh-CN" dirty="0"/>
          </a:p>
          <a:p>
            <a:pPr lvl="1"/>
            <a:r>
              <a:rPr lang="en-US" altLang="zh-CN" dirty="0" err="1"/>
              <a:t>Powerpoint</a:t>
            </a:r>
            <a:r>
              <a:rPr lang="en-US" altLang="zh-CN" dirty="0"/>
              <a:t> template</a:t>
            </a:r>
            <a:endParaRPr lang="tr-TR" altLang="zh-CN" dirty="0"/>
          </a:p>
          <a:p>
            <a:pPr lvl="2"/>
            <a:r>
              <a:rPr lang="en-US" altLang="zh-CN" dirty="0"/>
              <a:t>and </a:t>
            </a:r>
            <a:endParaRPr lang="tr-TR" altLang="zh-CN" dirty="0"/>
          </a:p>
          <a:p>
            <a:pPr lvl="3"/>
            <a:r>
              <a:rPr lang="en-US" altLang="zh-CN" dirty="0"/>
              <a:t>Google slides</a:t>
            </a:r>
            <a:endParaRPr lang="tr-TR" altLang="zh-CN" dirty="0"/>
          </a:p>
          <a:p>
            <a:pPr lvl="4"/>
            <a:r>
              <a:rPr lang="en-US" altLang="zh-CN" dirty="0"/>
              <a:t>Presentation for you.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42BE0-E812-4476-AA1F-B55945672A27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B9A96A-0815-40A2-B8E4-7B95908F9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41727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">
  <p:cSld name="3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dt" idx="10"/>
          </p:nvPr>
        </p:nvSpPr>
        <p:spPr>
          <a:xfrm>
            <a:off x="457201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34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34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34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34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34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34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34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34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34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ftr" idx="11"/>
          </p:nvPr>
        </p:nvSpPr>
        <p:spPr>
          <a:xfrm>
            <a:off x="3124200" y="4767265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34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34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34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34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34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34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34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34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  <a:defRPr sz="134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sldNum" idx="12"/>
          </p:nvPr>
        </p:nvSpPr>
        <p:spPr>
          <a:xfrm>
            <a:off x="6553200" y="4767265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Clr>
                <a:srgbClr val="888888"/>
              </a:buClr>
              <a:buSzPts val="1800"/>
              <a:buFont typeface="Calibri"/>
              <a:buNone/>
              <a:defRPr sz="134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Clr>
                <a:srgbClr val="888888"/>
              </a:buClr>
              <a:buSzPts val="1800"/>
              <a:buFont typeface="Calibri"/>
              <a:buNone/>
              <a:defRPr sz="134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Clr>
                <a:srgbClr val="888888"/>
              </a:buClr>
              <a:buSzPts val="1800"/>
              <a:buFont typeface="Calibri"/>
              <a:buNone/>
              <a:defRPr sz="134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Clr>
                <a:srgbClr val="888888"/>
              </a:buClr>
              <a:buSzPts val="1800"/>
              <a:buFont typeface="Calibri"/>
              <a:buNone/>
              <a:defRPr sz="134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Clr>
                <a:srgbClr val="888888"/>
              </a:buClr>
              <a:buSzPts val="1800"/>
              <a:buFont typeface="Calibri"/>
              <a:buNone/>
              <a:defRPr sz="134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Clr>
                <a:srgbClr val="888888"/>
              </a:buClr>
              <a:buSzPts val="1800"/>
              <a:buFont typeface="Calibri"/>
              <a:buNone/>
              <a:defRPr sz="134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Clr>
                <a:srgbClr val="888888"/>
              </a:buClr>
              <a:buSzPts val="1800"/>
              <a:buFont typeface="Calibri"/>
              <a:buNone/>
              <a:defRPr sz="134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Clr>
                <a:srgbClr val="888888"/>
              </a:buClr>
              <a:buSzPts val="1800"/>
              <a:buFont typeface="Calibri"/>
              <a:buNone/>
              <a:defRPr sz="134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Clr>
                <a:srgbClr val="888888"/>
              </a:buClr>
              <a:buSzPts val="1800"/>
              <a:buFont typeface="Calibri"/>
              <a:buNone/>
              <a:defRPr sz="1349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tr-TR" smtClean="0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11944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 altLang="zh-CN" dirty="0"/>
              <a:t>Freepptbackgrounds.net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 dirty="0"/>
              <a:t>Download free</a:t>
            </a:r>
            <a:endParaRPr lang="tr-TR" altLang="zh-CN" dirty="0"/>
          </a:p>
          <a:p>
            <a:pPr lvl="1"/>
            <a:r>
              <a:rPr lang="en-US" altLang="zh-CN" dirty="0" err="1"/>
              <a:t>Powerpoint</a:t>
            </a:r>
            <a:r>
              <a:rPr lang="en-US" altLang="zh-CN" dirty="0"/>
              <a:t> template</a:t>
            </a:r>
            <a:endParaRPr lang="tr-TR" altLang="zh-CN" dirty="0"/>
          </a:p>
          <a:p>
            <a:pPr lvl="2"/>
            <a:r>
              <a:rPr lang="en-US" altLang="zh-CN" dirty="0"/>
              <a:t>and </a:t>
            </a:r>
            <a:endParaRPr lang="tr-TR" altLang="zh-CN" dirty="0"/>
          </a:p>
          <a:p>
            <a:pPr lvl="3"/>
            <a:r>
              <a:rPr lang="en-US" altLang="zh-CN" dirty="0"/>
              <a:t>Google slides</a:t>
            </a:r>
            <a:endParaRPr lang="tr-TR" altLang="zh-CN" dirty="0"/>
          </a:p>
          <a:p>
            <a:pPr lvl="4"/>
            <a:r>
              <a:rPr lang="en-US" altLang="zh-CN" dirty="0"/>
              <a:t>Presentation for you.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42BE0-E812-4476-AA1F-B55945672A27}" type="datetimeFigureOut">
              <a:rPr lang="zh-CN" altLang="en-US" smtClean="0"/>
              <a:t>2026/10/19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B9A96A-0815-40A2-B8E4-7B95908F956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69232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5" name="矩形 259"/>
          <p:cNvSpPr>
            <a:spLocks noChangeArrowheads="1"/>
          </p:cNvSpPr>
          <p:nvPr/>
        </p:nvSpPr>
        <p:spPr bwMode="auto">
          <a:xfrm>
            <a:off x="2285351" y="4615432"/>
            <a:ext cx="5096709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en-US" altLang="zh-CN" sz="1400" cap="all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微软雅黑"/>
                <a:cs typeface="Arial"/>
              </a:rPr>
              <a:t>Bouchez Marc</a:t>
            </a:r>
            <a:endParaRPr lang="en-US" altLang="zh-CN" sz="1400" cap="all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cs typeface="Arial" panose="020B0604020202020204" pitchFamily="34" charset="0"/>
            </a:endParaRPr>
          </a:p>
        </p:txBody>
      </p:sp>
      <p:sp>
        <p:nvSpPr>
          <p:cNvPr id="6" name="矩形 259"/>
          <p:cNvSpPr>
            <a:spLocks noChangeArrowheads="1"/>
          </p:cNvSpPr>
          <p:nvPr/>
        </p:nvSpPr>
        <p:spPr bwMode="auto">
          <a:xfrm>
            <a:off x="257676" y="2904540"/>
            <a:ext cx="8839200" cy="1766637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Calibri" panose="020F0502020204030204" pitchFamily="34" charset="0"/>
              </a:defRPr>
            </a:lvl9pPr>
          </a:lstStyle>
          <a:p>
            <a:pPr algn="ctr">
              <a:buNone/>
            </a:pPr>
            <a:r>
              <a:rPr lang="tr-TR" b="1">
                <a:solidFill>
                  <a:srgbClr val="00B0F0"/>
                </a:solidFill>
                <a:latin typeface="微软雅黑"/>
                <a:ea typeface="微软雅黑"/>
              </a:rPr>
              <a:t>P08 </a:t>
            </a:r>
            <a:endParaRPr lang="fr-FR" b="1" dirty="0">
              <a:solidFill>
                <a:srgbClr val="00B0F0"/>
              </a:solidFill>
              <a:latin typeface="微软雅黑"/>
              <a:ea typeface="微软雅黑"/>
            </a:endParaRPr>
          </a:p>
          <a:p>
            <a:pPr algn="ctr">
              <a:buNone/>
            </a:pPr>
            <a:r>
              <a:rPr lang="tr-TR" b="1">
                <a:solidFill>
                  <a:srgbClr val="00B0F0"/>
                </a:solidFill>
                <a:latin typeface="微软雅黑"/>
                <a:ea typeface="微软雅黑"/>
              </a:rPr>
              <a:t>Déployez et monitorez </a:t>
            </a:r>
            <a:endParaRPr lang="fr-FR" b="1">
              <a:solidFill>
                <a:srgbClr val="00B0F0"/>
              </a:solidFill>
              <a:latin typeface="微软雅黑"/>
              <a:ea typeface="微软雅黑"/>
            </a:endParaRPr>
          </a:p>
          <a:p>
            <a:pPr algn="ctr">
              <a:buNone/>
            </a:pPr>
            <a:r>
              <a:rPr lang="tr-TR" b="1">
                <a:solidFill>
                  <a:srgbClr val="00B0F0"/>
                </a:solidFill>
                <a:latin typeface="微软雅黑"/>
                <a:ea typeface="微软雅黑"/>
              </a:rPr>
              <a:t>votre modèle </a:t>
            </a:r>
            <a:r>
              <a:rPr lang="tr-TR" b="1" dirty="0">
                <a:solidFill>
                  <a:srgbClr val="00B0F0"/>
                </a:solidFill>
                <a:latin typeface="微软雅黑"/>
                <a:ea typeface="微软雅黑"/>
              </a:rPr>
              <a:t>de scoring</a:t>
            </a:r>
            <a:endParaRPr lang="fr-FR" b="1">
              <a:solidFill>
                <a:srgbClr val="00B0F0"/>
              </a:solidFill>
              <a:latin typeface="微软雅黑"/>
              <a:ea typeface="微软雅黑"/>
            </a:endParaRPr>
          </a:p>
        </p:txBody>
      </p:sp>
    </p:spTree>
    <p:extLst>
      <p:ext uri="{BB962C8B-B14F-4D97-AF65-F5344CB8AC3E}">
        <p14:creationId xmlns:p14="http://schemas.microsoft.com/office/powerpoint/2010/main" val="1255518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 advTm="0">
        <p:dissolve/>
      </p:transition>
    </mc:Choice>
    <mc:Fallback xmlns="">
      <p:transition spd="slow" advTm="0">
        <p:dissolv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550"/>
                            </p:stCondLst>
                            <p:childTnLst>
                              <p:par>
                                <p:cTn id="13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14" dur="5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5" dur="25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50"/>
                            </p:stCondLst>
                            <p:childTnLst>
                              <p:par>
                                <p:cTn id="17" presetID="4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 tmFilter="0,0; .5, 1; 1, 1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050"/>
                            </p:stCondLst>
                            <p:childTnLst>
                              <p:par>
                                <p:cTn id="25" presetID="26" presetClass="emph" presetSubtype="0" fill="hold" grpId="1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0"/>
                                  </p:iterate>
                                  <p:childTnLst>
                                    <p:animEffect transition="out" filter="fade">
                                      <p:cBhvr>
                                        <p:cTn id="26" dur="500" tmFilter="0, 0; .2, .5; .8, .5; 1, 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7" dur="250" autoRev="1" fill="hold"/>
                                        <p:tgtEl>
                                          <p:spTgt spid="5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  <p:bldP spid="6" grpId="0" animBg="1"/>
      <p:bldP spid="6" grpId="1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/>
          <p:cNvSpPr/>
          <p:nvPr/>
        </p:nvSpPr>
        <p:spPr>
          <a:xfrm>
            <a:off x="0" y="141"/>
            <a:ext cx="9144000" cy="5143218"/>
          </a:xfrm>
          <a:prstGeom prst="rect">
            <a:avLst/>
          </a:prstGeom>
          <a:blipFill dpi="0" rotWithShape="1"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800"/>
          </a:p>
        </p:txBody>
      </p:sp>
      <p:sp>
        <p:nvSpPr>
          <p:cNvPr id="24" name="TextBox 2"/>
          <p:cNvSpPr txBox="1"/>
          <p:nvPr/>
        </p:nvSpPr>
        <p:spPr>
          <a:xfrm>
            <a:off x="1644136" y="1607516"/>
            <a:ext cx="296736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3200" dirty="0">
                <a:solidFill>
                  <a:schemeClr val="bg1"/>
                </a:solidFill>
                <a:cs typeface="Arial" panose="020B0604020202020204" pitchFamily="34" charset="0"/>
                <a:sym typeface="+mn-lt"/>
              </a:rPr>
              <a:t>CONTENTS</a:t>
            </a:r>
            <a:endParaRPr lang="en-US" sz="3200" dirty="0">
              <a:solidFill>
                <a:schemeClr val="bg1"/>
              </a:solidFill>
              <a:cs typeface="Arial" panose="020B0604020202020204" pitchFamily="34" charset="0"/>
              <a:sym typeface="+mn-lt"/>
            </a:endParaRPr>
          </a:p>
        </p:txBody>
      </p:sp>
      <p:sp>
        <p:nvSpPr>
          <p:cNvPr id="25" name="Rounded Rectangle 6"/>
          <p:cNvSpPr/>
          <p:nvPr/>
        </p:nvSpPr>
        <p:spPr>
          <a:xfrm>
            <a:off x="1850771" y="2557639"/>
            <a:ext cx="481041" cy="481041"/>
          </a:xfrm>
          <a:prstGeom prst="roundRect">
            <a:avLst>
              <a:gd name="adj" fmla="val 29384"/>
            </a:avLst>
          </a:prstGeom>
          <a:solidFill>
            <a:srgbClr val="012F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cs typeface="+mn-ea"/>
                <a:sym typeface="+mn-lt"/>
              </a:rPr>
              <a:t>01</a:t>
            </a:r>
          </a:p>
        </p:txBody>
      </p:sp>
      <p:sp>
        <p:nvSpPr>
          <p:cNvPr id="26" name="TextBox 10"/>
          <p:cNvSpPr txBox="1"/>
          <p:nvPr/>
        </p:nvSpPr>
        <p:spPr>
          <a:xfrm>
            <a:off x="1242518" y="3082828"/>
            <a:ext cx="1697543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tr-TR" altLang="zh-CN" sz="2000">
                <a:solidFill>
                  <a:schemeClr val="bg1">
                    <a:lumMod val="65000"/>
                  </a:schemeClr>
                </a:solidFill>
                <a:ea typeface="微软雅黑"/>
                <a:cs typeface="+mn-ea"/>
                <a:sym typeface="+mn-lt"/>
              </a:rPr>
              <a:t>Contexte</a:t>
            </a:r>
            <a:endParaRPr lang="en-US" sz="1200" dirty="0">
              <a:solidFill>
                <a:schemeClr val="bg1">
                  <a:lumMod val="65000"/>
                </a:scheme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7" name="Rounded Rectangle 11"/>
          <p:cNvSpPr/>
          <p:nvPr/>
        </p:nvSpPr>
        <p:spPr>
          <a:xfrm>
            <a:off x="3255075" y="2890643"/>
            <a:ext cx="480033" cy="480033"/>
          </a:xfrm>
          <a:prstGeom prst="roundRect">
            <a:avLst>
              <a:gd name="adj" fmla="val 29384"/>
            </a:avLst>
          </a:prstGeom>
          <a:solidFill>
            <a:srgbClr val="012F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cs typeface="+mn-ea"/>
                <a:sym typeface="+mn-lt"/>
              </a:rPr>
              <a:t>02</a:t>
            </a:r>
          </a:p>
        </p:txBody>
      </p:sp>
      <p:sp>
        <p:nvSpPr>
          <p:cNvPr id="28" name="TextBox 12"/>
          <p:cNvSpPr txBox="1"/>
          <p:nvPr/>
        </p:nvSpPr>
        <p:spPr>
          <a:xfrm>
            <a:off x="2649673" y="3479295"/>
            <a:ext cx="1697543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tr-TR" altLang="zh-CN" sz="2000">
                <a:solidFill>
                  <a:schemeClr val="bg1">
                    <a:lumMod val="65000"/>
                  </a:schemeClr>
                </a:solidFill>
                <a:ea typeface="微软雅黑"/>
                <a:cs typeface="+mn-ea"/>
                <a:sym typeface="+mn-lt"/>
              </a:rPr>
              <a:t>Monitoring</a:t>
            </a:r>
            <a:endParaRPr lang="en-US" sz="1200" dirty="0">
              <a:solidFill>
                <a:schemeClr val="bg1">
                  <a:lumMod val="65000"/>
                </a:scheme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29" name="Rounded Rectangle 13"/>
          <p:cNvSpPr/>
          <p:nvPr/>
        </p:nvSpPr>
        <p:spPr>
          <a:xfrm>
            <a:off x="4830930" y="3041038"/>
            <a:ext cx="480033" cy="480033"/>
          </a:xfrm>
          <a:prstGeom prst="roundRect">
            <a:avLst>
              <a:gd name="adj" fmla="val 29384"/>
            </a:avLst>
          </a:prstGeom>
          <a:solidFill>
            <a:srgbClr val="012F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cs typeface="+mn-ea"/>
                <a:sym typeface="+mn-lt"/>
              </a:rPr>
              <a:t>03</a:t>
            </a:r>
          </a:p>
        </p:txBody>
      </p:sp>
      <p:sp>
        <p:nvSpPr>
          <p:cNvPr id="30" name="TextBox 14"/>
          <p:cNvSpPr txBox="1"/>
          <p:nvPr/>
        </p:nvSpPr>
        <p:spPr>
          <a:xfrm>
            <a:off x="4282330" y="3562912"/>
            <a:ext cx="1697543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tr-TR" altLang="zh-CN" sz="2000">
                <a:solidFill>
                  <a:schemeClr val="bg1">
                    <a:lumMod val="65000"/>
                  </a:schemeClr>
                </a:solidFill>
                <a:ea typeface="微软雅黑"/>
                <a:cs typeface="+mn-ea"/>
                <a:sym typeface="+mn-lt"/>
              </a:rPr>
              <a:t>Optimisation</a:t>
            </a:r>
            <a:endParaRPr lang="fr-FR">
              <a:cs typeface="+mn-ea"/>
            </a:endParaRPr>
          </a:p>
        </p:txBody>
      </p:sp>
      <p:sp>
        <p:nvSpPr>
          <p:cNvPr id="31" name="Rounded Rectangle 15"/>
          <p:cNvSpPr/>
          <p:nvPr/>
        </p:nvSpPr>
        <p:spPr>
          <a:xfrm>
            <a:off x="6564699" y="2753152"/>
            <a:ext cx="480033" cy="480033"/>
          </a:xfrm>
          <a:prstGeom prst="roundRect">
            <a:avLst>
              <a:gd name="adj" fmla="val 29384"/>
            </a:avLst>
          </a:prstGeom>
          <a:solidFill>
            <a:srgbClr val="012F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bg1"/>
                </a:solidFill>
                <a:cs typeface="+mn-ea"/>
                <a:sym typeface="+mn-lt"/>
              </a:rPr>
              <a:t>04</a:t>
            </a:r>
          </a:p>
        </p:txBody>
      </p:sp>
      <p:sp>
        <p:nvSpPr>
          <p:cNvPr id="32" name="TextBox 16"/>
          <p:cNvSpPr txBox="1"/>
          <p:nvPr/>
        </p:nvSpPr>
        <p:spPr>
          <a:xfrm>
            <a:off x="5955942" y="3276167"/>
            <a:ext cx="1697543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tr-TR" altLang="zh-CN" sz="2000">
                <a:solidFill>
                  <a:schemeClr val="bg1">
                    <a:lumMod val="65000"/>
                  </a:schemeClr>
                </a:solidFill>
                <a:ea typeface="微软雅黑"/>
                <a:cs typeface="+mn-ea"/>
                <a:sym typeface="+mn-lt"/>
              </a:rPr>
              <a:t>Structure</a:t>
            </a:r>
            <a:endParaRPr lang="en-US" sz="1200" dirty="0">
              <a:solidFill>
                <a:schemeClr val="bg1">
                  <a:lumMod val="65000"/>
                </a:scheme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33" name="Rounded Rectangle 18"/>
          <p:cNvSpPr/>
          <p:nvPr/>
        </p:nvSpPr>
        <p:spPr>
          <a:xfrm>
            <a:off x="1805382" y="2512250"/>
            <a:ext cx="571817" cy="571817"/>
          </a:xfrm>
          <a:prstGeom prst="roundRect">
            <a:avLst>
              <a:gd name="adj" fmla="val 29384"/>
            </a:avLst>
          </a:prstGeom>
          <a:noFill/>
          <a:ln w="9525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4" name="Rounded Rectangle 19"/>
          <p:cNvSpPr/>
          <p:nvPr/>
        </p:nvSpPr>
        <p:spPr>
          <a:xfrm>
            <a:off x="3209183" y="2844248"/>
            <a:ext cx="571817" cy="571817"/>
          </a:xfrm>
          <a:prstGeom prst="roundRect">
            <a:avLst>
              <a:gd name="adj" fmla="val 29384"/>
            </a:avLst>
          </a:prstGeom>
          <a:noFill/>
          <a:ln w="9525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5" name="Rounded Rectangle 20"/>
          <p:cNvSpPr/>
          <p:nvPr/>
        </p:nvSpPr>
        <p:spPr>
          <a:xfrm>
            <a:off x="4785037" y="2994642"/>
            <a:ext cx="571817" cy="571817"/>
          </a:xfrm>
          <a:prstGeom prst="roundRect">
            <a:avLst>
              <a:gd name="adj" fmla="val 29384"/>
            </a:avLst>
          </a:prstGeom>
          <a:noFill/>
          <a:ln w="9525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6" name="Rounded Rectangle 21"/>
          <p:cNvSpPr/>
          <p:nvPr/>
        </p:nvSpPr>
        <p:spPr>
          <a:xfrm>
            <a:off x="6518806" y="2706756"/>
            <a:ext cx="571817" cy="571817"/>
          </a:xfrm>
          <a:prstGeom prst="roundRect">
            <a:avLst>
              <a:gd name="adj" fmla="val 29384"/>
            </a:avLst>
          </a:prstGeom>
          <a:noFill/>
          <a:ln w="9525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cxnSp>
        <p:nvCxnSpPr>
          <p:cNvPr id="37" name="Straight Connector 9"/>
          <p:cNvCxnSpPr>
            <a:stCxn id="33" idx="3"/>
            <a:endCxn id="34" idx="1"/>
          </p:cNvCxnSpPr>
          <p:nvPr/>
        </p:nvCxnSpPr>
        <p:spPr>
          <a:xfrm>
            <a:off x="2377199" y="2798159"/>
            <a:ext cx="831984" cy="331998"/>
          </a:xfrm>
          <a:prstGeom prst="line">
            <a:avLst/>
          </a:prstGeom>
          <a:ln w="9525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23"/>
          <p:cNvCxnSpPr>
            <a:stCxn id="34" idx="3"/>
            <a:endCxn id="35" idx="1"/>
          </p:cNvCxnSpPr>
          <p:nvPr/>
        </p:nvCxnSpPr>
        <p:spPr>
          <a:xfrm>
            <a:off x="3781000" y="3130157"/>
            <a:ext cx="1004037" cy="150394"/>
          </a:xfrm>
          <a:prstGeom prst="line">
            <a:avLst/>
          </a:prstGeom>
          <a:ln w="9525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25"/>
          <p:cNvCxnSpPr>
            <a:cxnSpLocks/>
            <a:stCxn id="35" idx="3"/>
            <a:endCxn id="36" idx="1"/>
          </p:cNvCxnSpPr>
          <p:nvPr/>
        </p:nvCxnSpPr>
        <p:spPr>
          <a:xfrm flipV="1">
            <a:off x="5356854" y="2992665"/>
            <a:ext cx="1161952" cy="287886"/>
          </a:xfrm>
          <a:prstGeom prst="line">
            <a:avLst/>
          </a:prstGeom>
          <a:ln w="9525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ounded Rectangle 15">
            <a:extLst>
              <a:ext uri="{FF2B5EF4-FFF2-40B4-BE49-F238E27FC236}">
                <a16:creationId xmlns:a16="http://schemas.microsoft.com/office/drawing/2014/main" id="{0CB8EB2F-1AAD-70C3-2069-2AC000558664}"/>
              </a:ext>
            </a:extLst>
          </p:cNvPr>
          <p:cNvSpPr/>
          <p:nvPr/>
        </p:nvSpPr>
        <p:spPr>
          <a:xfrm>
            <a:off x="7860099" y="3311618"/>
            <a:ext cx="480033" cy="480033"/>
          </a:xfrm>
          <a:prstGeom prst="roundRect">
            <a:avLst>
              <a:gd name="adj" fmla="val 29384"/>
            </a:avLst>
          </a:prstGeom>
          <a:solidFill>
            <a:srgbClr val="012F2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chemeClr val="bg1"/>
                </a:solidFill>
                <a:cs typeface="+mn-ea"/>
                <a:sym typeface="+mn-lt"/>
              </a:rPr>
              <a:t>05</a:t>
            </a:r>
            <a:endParaRPr lang="en-US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7" name="TextBox 16">
            <a:extLst>
              <a:ext uri="{FF2B5EF4-FFF2-40B4-BE49-F238E27FC236}">
                <a16:creationId xmlns:a16="http://schemas.microsoft.com/office/drawing/2014/main" id="{EA787BC8-37D5-F4BE-03F3-ED96FC1AA2FB}"/>
              </a:ext>
            </a:extLst>
          </p:cNvPr>
          <p:cNvSpPr txBox="1"/>
          <p:nvPr/>
        </p:nvSpPr>
        <p:spPr>
          <a:xfrm>
            <a:off x="7251342" y="3879751"/>
            <a:ext cx="1697543" cy="40011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tr-TR" altLang="zh-CN" sz="2000">
                <a:solidFill>
                  <a:schemeClr val="bg1">
                    <a:lumMod val="65000"/>
                  </a:schemeClr>
                </a:solidFill>
                <a:ea typeface="微软雅黑"/>
                <a:cs typeface="+mn-ea"/>
                <a:sym typeface="+mn-lt"/>
              </a:rPr>
              <a:t>Conclusion</a:t>
            </a:r>
            <a:endParaRPr lang="en-US" sz="1200" dirty="0">
              <a:solidFill>
                <a:schemeClr val="bg1">
                  <a:lumMod val="65000"/>
                </a:schemeClr>
              </a:solidFill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9" name="Rounded Rectangle 21">
            <a:extLst>
              <a:ext uri="{FF2B5EF4-FFF2-40B4-BE49-F238E27FC236}">
                <a16:creationId xmlns:a16="http://schemas.microsoft.com/office/drawing/2014/main" id="{2552BBCE-E97A-EA79-5FE1-9482EA0C519B}"/>
              </a:ext>
            </a:extLst>
          </p:cNvPr>
          <p:cNvSpPr/>
          <p:nvPr/>
        </p:nvSpPr>
        <p:spPr>
          <a:xfrm>
            <a:off x="7814206" y="3265222"/>
            <a:ext cx="571817" cy="571817"/>
          </a:xfrm>
          <a:prstGeom prst="roundRect">
            <a:avLst>
              <a:gd name="adj" fmla="val 29384"/>
            </a:avLst>
          </a:prstGeom>
          <a:noFill/>
          <a:ln w="9525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cxnSp>
        <p:nvCxnSpPr>
          <p:cNvPr id="17" name="Straight Connector 25">
            <a:extLst>
              <a:ext uri="{FF2B5EF4-FFF2-40B4-BE49-F238E27FC236}">
                <a16:creationId xmlns:a16="http://schemas.microsoft.com/office/drawing/2014/main" id="{40F168C2-61B5-762B-F018-B4EFD16E5A37}"/>
              </a:ext>
            </a:extLst>
          </p:cNvPr>
          <p:cNvCxnSpPr>
            <a:cxnSpLocks/>
          </p:cNvCxnSpPr>
          <p:nvPr/>
        </p:nvCxnSpPr>
        <p:spPr>
          <a:xfrm flipH="1" flipV="1">
            <a:off x="7137430" y="3002190"/>
            <a:ext cx="717981" cy="536038"/>
          </a:xfrm>
          <a:prstGeom prst="line">
            <a:avLst/>
          </a:prstGeom>
          <a:ln w="9525">
            <a:solidFill>
              <a:schemeClr val="accent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92192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airplane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6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500"/>
                            </p:stCondLst>
                            <p:childTnLst>
                              <p:par>
                                <p:cTn id="3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500"/>
                            </p:stCondLst>
                            <p:childTnLst>
                              <p:par>
                                <p:cTn id="48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0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500"/>
                            </p:stCondLst>
                            <p:childTnLst>
                              <p:par>
                                <p:cTn id="5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60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500"/>
                            </p:stCondLst>
                            <p:childTnLst>
                              <p:par>
                                <p:cTn id="6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7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7500"/>
                            </p:stCondLst>
                            <p:childTnLst>
                              <p:par>
                                <p:cTn id="6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8000"/>
                            </p:stCondLst>
                            <p:childTnLst>
                              <p:par>
                                <p:cTn id="7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8500"/>
                            </p:stCondLst>
                            <p:childTnLst>
                              <p:par>
                                <p:cTn id="87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9500"/>
                            </p:stCondLst>
                            <p:childTnLst>
                              <p:par>
                                <p:cTn id="9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4" grpId="0"/>
      <p:bldP spid="25" grpId="0" animBg="1"/>
      <p:bldP spid="26" grpId="0"/>
      <p:bldP spid="27" grpId="0" animBg="1"/>
      <p:bldP spid="28" grpId="0"/>
      <p:bldP spid="29" grpId="0" animBg="1"/>
      <p:bldP spid="30" grpId="0"/>
      <p:bldP spid="31" grpId="0" animBg="1"/>
      <p:bldP spid="32" grpId="0"/>
      <p:bldP spid="33" grpId="0" animBg="1"/>
      <p:bldP spid="34" grpId="0" animBg="1"/>
      <p:bldP spid="35" grpId="0" animBg="1"/>
      <p:bldP spid="36" grpId="0" animBg="1"/>
      <p:bldP spid="3" grpId="0" animBg="1"/>
      <p:bldP spid="7" grpId="0"/>
      <p:bldP spid="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607064" y="1058649"/>
            <a:ext cx="2125278" cy="1954450"/>
            <a:chOff x="5807955" y="4605844"/>
            <a:chExt cx="1524698" cy="1402144"/>
          </a:xfrm>
        </p:grpSpPr>
        <p:sp>
          <p:nvSpPr>
            <p:cNvPr id="5" name="文本框 5"/>
            <p:cNvSpPr txBox="1"/>
            <p:nvPr/>
          </p:nvSpPr>
          <p:spPr>
            <a:xfrm>
              <a:off x="6641266" y="4954902"/>
              <a:ext cx="691387" cy="728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6000" b="1" dirty="0">
                  <a:ea typeface="站酷高端黑" panose="02010600030101010101" pitchFamily="2" charset="-122"/>
                </a:rPr>
                <a:t>01</a:t>
              </a:r>
              <a:endParaRPr lang="zh-CN" altLang="en-US" sz="6000" b="1" dirty="0">
                <a:ea typeface="站酷高端黑" panose="02010600030101010101" pitchFamily="2" charset="-122"/>
              </a:endParaRPr>
            </a:p>
          </p:txBody>
        </p:sp>
        <p:sp>
          <p:nvSpPr>
            <p:cNvPr id="6" name="弧形 5"/>
            <p:cNvSpPr/>
            <p:nvPr/>
          </p:nvSpPr>
          <p:spPr>
            <a:xfrm rot="2700000">
              <a:off x="5884495" y="4686150"/>
              <a:ext cx="1249065" cy="1249065"/>
            </a:xfrm>
            <a:prstGeom prst="arc">
              <a:avLst>
                <a:gd name="adj1" fmla="val 20887794"/>
                <a:gd name="adj2" fmla="val 16988131"/>
              </a:avLst>
            </a:prstGeom>
            <a:ln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8C864"/>
                </a:solidFill>
              </a:endParaRPr>
            </a:p>
          </p:txBody>
        </p:sp>
        <p:sp>
          <p:nvSpPr>
            <p:cNvPr id="7" name="弦形 6"/>
            <p:cNvSpPr/>
            <p:nvPr/>
          </p:nvSpPr>
          <p:spPr>
            <a:xfrm>
              <a:off x="5807955" y="4605844"/>
              <a:ext cx="1402144" cy="1402144"/>
            </a:xfrm>
            <a:prstGeom prst="chord">
              <a:avLst>
                <a:gd name="adj1" fmla="val 4720851"/>
                <a:gd name="adj2" fmla="val 11040325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8C864"/>
                </a:solidFill>
              </a:endParaRPr>
            </a:p>
          </p:txBody>
        </p:sp>
      </p:grpSp>
      <p:sp>
        <p:nvSpPr>
          <p:cNvPr id="8" name="矩形 69"/>
          <p:cNvSpPr>
            <a:spLocks noChangeArrowheads="1"/>
          </p:cNvSpPr>
          <p:nvPr/>
        </p:nvSpPr>
        <p:spPr bwMode="auto">
          <a:xfrm>
            <a:off x="3172691" y="3163483"/>
            <a:ext cx="303414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tr-TR" altLang="zh-CN" sz="3000" b="1">
                <a:solidFill>
                  <a:srgbClr val="ED7D31"/>
                </a:solidFill>
                <a:latin typeface="+mn-lt"/>
                <a:ea typeface="微软雅黑"/>
                <a:sym typeface="微软雅黑" panose="020B0503020204020204" pitchFamily="34" charset="-122"/>
              </a:rPr>
              <a:t>Contexte</a:t>
            </a:r>
            <a:endParaRPr lang="en-US" altLang="zh-CN" sz="3000" b="1" dirty="0">
              <a:solidFill>
                <a:srgbClr val="ED7D31"/>
              </a:solidFill>
              <a:latin typeface="+mn-lt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10" name="直接连接符 9"/>
          <p:cNvCxnSpPr/>
          <p:nvPr/>
        </p:nvCxnSpPr>
        <p:spPr>
          <a:xfrm>
            <a:off x="1907704" y="3440482"/>
            <a:ext cx="1368152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/>
          <p:cNvCxnSpPr/>
          <p:nvPr/>
        </p:nvCxnSpPr>
        <p:spPr>
          <a:xfrm>
            <a:off x="6084168" y="3440482"/>
            <a:ext cx="129614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833223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 advTm="0">
        <p15:prstTrans prst="origami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293117" y="196803"/>
            <a:ext cx="1444320" cy="461665"/>
            <a:chOff x="585861" y="258195"/>
            <a:chExt cx="1925760" cy="615553"/>
          </a:xfrm>
        </p:grpSpPr>
        <p:sp>
          <p:nvSpPr>
            <p:cNvPr id="5" name="文本框 23"/>
            <p:cNvSpPr txBox="1"/>
            <p:nvPr/>
          </p:nvSpPr>
          <p:spPr>
            <a:xfrm>
              <a:off x="738316" y="258195"/>
              <a:ext cx="1773305" cy="615553"/>
            </a:xfrm>
            <a:prstGeom prst="rect">
              <a:avLst/>
            </a:prstGeom>
            <a:noFill/>
          </p:spPr>
          <p:txBody>
            <a:bodyPr wrap="none" lIns="91440" tIns="45720" rIns="91440" bIns="45720" rtlCol="0" anchor="t">
              <a:spAutoFit/>
            </a:bodyPr>
            <a:lstStyle/>
            <a:p>
              <a:r>
                <a:rPr lang="tr-TR" altLang="zh-CN" sz="2400" b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微软雅黑"/>
                </a:rPr>
                <a:t>Contexte</a:t>
              </a:r>
              <a:endParaRPr lang="fr-FR" altLang="zh-CN"/>
            </a:p>
          </p:txBody>
        </p:sp>
        <p:sp>
          <p:nvSpPr>
            <p:cNvPr id="6" name="等腰三角形 5"/>
            <p:cNvSpPr/>
            <p:nvPr/>
          </p:nvSpPr>
          <p:spPr>
            <a:xfrm rot="16200000" flipH="1" flipV="1">
              <a:off x="509927" y="489745"/>
              <a:ext cx="304323" cy="152455"/>
            </a:xfrm>
            <a:prstGeom prst="triangle">
              <a:avLst/>
            </a:prstGeom>
            <a:solidFill>
              <a:srgbClr val="00B0F0"/>
            </a:solidFill>
            <a:ln w="285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080808"/>
                </a:solidFill>
                <a:ea typeface="微软雅黑" panose="020B0503020204020204" pitchFamily="34" charset="-122"/>
              </a:endParaRPr>
            </a:p>
          </p:txBody>
        </p:sp>
      </p:grpSp>
      <p:sp>
        <p:nvSpPr>
          <p:cNvPr id="8" name="矩形 7"/>
          <p:cNvSpPr/>
          <p:nvPr/>
        </p:nvSpPr>
        <p:spPr>
          <a:xfrm>
            <a:off x="3609454" y="1368568"/>
            <a:ext cx="2165728" cy="2983891"/>
          </a:xfrm>
          <a:prstGeom prst="rect">
            <a:avLst/>
          </a:prstGeom>
          <a:gradFill>
            <a:gsLst>
              <a:gs pos="0">
                <a:schemeClr val="bg1">
                  <a:lumMod val="82000"/>
                  <a:lumOff val="18000"/>
                </a:schemeClr>
              </a:gs>
              <a:gs pos="47000">
                <a:srgbClr val="F5F5F5"/>
              </a:gs>
              <a:gs pos="100000">
                <a:schemeClr val="bg1">
                  <a:lumMod val="95000"/>
                  <a:lumOff val="5000"/>
                </a:schemeClr>
              </a:gs>
            </a:gsLst>
            <a:lin ang="18900000" scaled="0"/>
          </a:gradFill>
          <a:ln w="7938" cap="flat">
            <a:noFill/>
            <a:prstDash val="solid"/>
            <a:miter lim="800000"/>
          </a:ln>
          <a:effectLst>
            <a:outerShdw blurRad="228600" dist="114300" dir="2700000" algn="tl" rotWithShape="0">
              <a:prstClr val="black">
                <a:alpha val="25000"/>
              </a:prstClr>
            </a:outerShdw>
          </a:effectLst>
        </p:spPr>
        <p:txBody>
          <a:bodyPr vert="horz" wrap="square" lIns="61115" tIns="30557" rIns="61115" bIns="30557" numCol="1" anchor="t" anchorCtr="0" compatLnSpc="1"/>
          <a:lstStyle/>
          <a:p>
            <a:endParaRPr lang="zh-CN" altLang="en-US" sz="1604"/>
          </a:p>
        </p:txBody>
      </p:sp>
      <p:grpSp>
        <p:nvGrpSpPr>
          <p:cNvPr id="9" name="组合 8"/>
          <p:cNvGrpSpPr/>
          <p:nvPr/>
        </p:nvGrpSpPr>
        <p:grpSpPr>
          <a:xfrm>
            <a:off x="2823367" y="1494736"/>
            <a:ext cx="625501" cy="643869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10" name="同心圆 9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4">
                <a:solidFill>
                  <a:schemeClr val="tx1"/>
                </a:solidFill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4"/>
            </a:p>
          </p:txBody>
        </p:sp>
      </p:grpSp>
      <p:sp>
        <p:nvSpPr>
          <p:cNvPr id="12" name="椭圆 11"/>
          <p:cNvSpPr/>
          <p:nvPr/>
        </p:nvSpPr>
        <p:spPr>
          <a:xfrm>
            <a:off x="2899418" y="1573019"/>
            <a:ext cx="473404" cy="48730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362" tIns="46181" rIns="92362" bIns="46181" rtlCol="0" anchor="ctr"/>
          <a:lstStyle/>
          <a:p>
            <a:pPr algn="ctr"/>
            <a:endParaRPr lang="zh-CN" altLang="en-US" sz="1604" dirty="0"/>
          </a:p>
        </p:txBody>
      </p:sp>
      <p:grpSp>
        <p:nvGrpSpPr>
          <p:cNvPr id="13" name="组合 12"/>
          <p:cNvGrpSpPr/>
          <p:nvPr/>
        </p:nvGrpSpPr>
        <p:grpSpPr>
          <a:xfrm>
            <a:off x="2812199" y="2563555"/>
            <a:ext cx="625501" cy="643869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14" name="同心圆 13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4">
                <a:solidFill>
                  <a:schemeClr val="tx1"/>
                </a:solidFill>
              </a:endParaRPr>
            </a:p>
          </p:txBody>
        </p:sp>
        <p:sp>
          <p:nvSpPr>
            <p:cNvPr id="15" name="椭圆 14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4"/>
            </a:p>
          </p:txBody>
        </p:sp>
      </p:grpSp>
      <p:sp>
        <p:nvSpPr>
          <p:cNvPr id="16" name="椭圆 15"/>
          <p:cNvSpPr/>
          <p:nvPr/>
        </p:nvSpPr>
        <p:spPr>
          <a:xfrm>
            <a:off x="2888249" y="2641838"/>
            <a:ext cx="473404" cy="487306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362" tIns="46181" rIns="92362" bIns="46181" rtlCol="0" anchor="ctr"/>
          <a:lstStyle/>
          <a:p>
            <a:pPr algn="ctr"/>
            <a:endParaRPr lang="zh-CN" altLang="en-US" sz="1604"/>
          </a:p>
        </p:txBody>
      </p:sp>
      <p:grpSp>
        <p:nvGrpSpPr>
          <p:cNvPr id="17" name="组合 16"/>
          <p:cNvGrpSpPr/>
          <p:nvPr/>
        </p:nvGrpSpPr>
        <p:grpSpPr>
          <a:xfrm>
            <a:off x="2812199" y="3582423"/>
            <a:ext cx="625501" cy="643869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18" name="同心圆 17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4">
                <a:solidFill>
                  <a:schemeClr val="tx1"/>
                </a:solidFill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1484232" y="1093652"/>
              <a:ext cx="1504272" cy="1504274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4"/>
            </a:p>
          </p:txBody>
        </p:sp>
      </p:grpSp>
      <p:sp>
        <p:nvSpPr>
          <p:cNvPr id="20" name="椭圆 19"/>
          <p:cNvSpPr/>
          <p:nvPr/>
        </p:nvSpPr>
        <p:spPr>
          <a:xfrm>
            <a:off x="2888249" y="3660706"/>
            <a:ext cx="473404" cy="487306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362" tIns="46181" rIns="92362" bIns="46181" rtlCol="0" anchor="ctr"/>
          <a:lstStyle/>
          <a:p>
            <a:pPr algn="ctr"/>
            <a:endParaRPr lang="zh-CN" altLang="en-US" sz="1604"/>
          </a:p>
        </p:txBody>
      </p:sp>
      <p:grpSp>
        <p:nvGrpSpPr>
          <p:cNvPr id="21" name="组合 20"/>
          <p:cNvGrpSpPr/>
          <p:nvPr/>
        </p:nvGrpSpPr>
        <p:grpSpPr>
          <a:xfrm>
            <a:off x="5976370" y="1494736"/>
            <a:ext cx="625501" cy="643869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22" name="同心圆 21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4">
                <a:solidFill>
                  <a:schemeClr val="tx1"/>
                </a:solidFill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4"/>
            </a:p>
          </p:txBody>
        </p:sp>
      </p:grpSp>
      <p:sp>
        <p:nvSpPr>
          <p:cNvPr id="24" name="椭圆 23"/>
          <p:cNvSpPr/>
          <p:nvPr/>
        </p:nvSpPr>
        <p:spPr>
          <a:xfrm>
            <a:off x="6052419" y="1573019"/>
            <a:ext cx="473404" cy="487306"/>
          </a:xfrm>
          <a:prstGeom prst="ellipse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362" tIns="46181" rIns="92362" bIns="46181" rtlCol="0" anchor="ctr"/>
          <a:lstStyle/>
          <a:p>
            <a:pPr algn="ctr"/>
            <a:endParaRPr lang="zh-CN" altLang="en-US" sz="1604"/>
          </a:p>
        </p:txBody>
      </p:sp>
      <p:grpSp>
        <p:nvGrpSpPr>
          <p:cNvPr id="25" name="组合 24"/>
          <p:cNvGrpSpPr/>
          <p:nvPr/>
        </p:nvGrpSpPr>
        <p:grpSpPr>
          <a:xfrm>
            <a:off x="5965202" y="2563555"/>
            <a:ext cx="625501" cy="643869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26" name="同心圆 25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4">
                <a:solidFill>
                  <a:schemeClr val="tx1"/>
                </a:solidFill>
              </a:endParaRPr>
            </a:p>
          </p:txBody>
        </p:sp>
        <p:sp>
          <p:nvSpPr>
            <p:cNvPr id="27" name="椭圆 26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4"/>
            </a:p>
          </p:txBody>
        </p:sp>
      </p:grpSp>
      <p:sp>
        <p:nvSpPr>
          <p:cNvPr id="28" name="椭圆 27"/>
          <p:cNvSpPr/>
          <p:nvPr/>
        </p:nvSpPr>
        <p:spPr>
          <a:xfrm>
            <a:off x="6041250" y="2641838"/>
            <a:ext cx="473404" cy="487306"/>
          </a:xfrm>
          <a:prstGeom prst="ellipse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362" tIns="46181" rIns="92362" bIns="46181" rtlCol="0" anchor="ctr"/>
          <a:lstStyle/>
          <a:p>
            <a:pPr algn="ctr"/>
            <a:endParaRPr lang="zh-CN" altLang="en-US" sz="1604"/>
          </a:p>
        </p:txBody>
      </p:sp>
      <p:grpSp>
        <p:nvGrpSpPr>
          <p:cNvPr id="29" name="组合 28"/>
          <p:cNvGrpSpPr/>
          <p:nvPr/>
        </p:nvGrpSpPr>
        <p:grpSpPr>
          <a:xfrm>
            <a:off x="5965202" y="3582423"/>
            <a:ext cx="625501" cy="643869"/>
            <a:chOff x="1463339" y="1072758"/>
            <a:chExt cx="1546058" cy="1546058"/>
          </a:xfrm>
          <a:effectLst>
            <a:outerShdw blurRad="330200" dist="215900" dir="6900000" sx="81000" sy="81000" algn="t" rotWithShape="0">
              <a:prstClr val="black">
                <a:alpha val="49000"/>
              </a:prstClr>
            </a:outerShdw>
          </a:effectLst>
        </p:grpSpPr>
        <p:sp>
          <p:nvSpPr>
            <p:cNvPr id="30" name="同心圆 29"/>
            <p:cNvSpPr/>
            <p:nvPr/>
          </p:nvSpPr>
          <p:spPr>
            <a:xfrm>
              <a:off x="1463339" y="1072758"/>
              <a:ext cx="1546058" cy="1546058"/>
            </a:xfrm>
            <a:prstGeom prst="donut">
              <a:avLst>
                <a:gd name="adj" fmla="val 4879"/>
              </a:avLst>
            </a:prstGeom>
            <a:gradFill>
              <a:gsLst>
                <a:gs pos="0">
                  <a:schemeClr val="bg1">
                    <a:lumMod val="95000"/>
                  </a:schemeClr>
                </a:gs>
                <a:gs pos="55000">
                  <a:schemeClr val="bg1">
                    <a:lumMod val="95000"/>
                  </a:schemeClr>
                </a:gs>
                <a:gs pos="100000">
                  <a:schemeClr val="bg1">
                    <a:lumMod val="85000"/>
                  </a:schemeClr>
                </a:gs>
              </a:gsLst>
              <a:lin ang="81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4">
                <a:solidFill>
                  <a:schemeClr val="tx1"/>
                </a:solidFill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1484232" y="1093651"/>
              <a:ext cx="1504273" cy="1504273"/>
            </a:xfrm>
            <a:prstGeom prst="ellipse">
              <a:avLst/>
            </a:prstGeom>
            <a:gradFill>
              <a:gsLst>
                <a:gs pos="0">
                  <a:schemeClr val="bg1"/>
                </a:gs>
                <a:gs pos="51000">
                  <a:schemeClr val="bg1">
                    <a:lumMod val="95000"/>
                  </a:schemeClr>
                </a:gs>
                <a:gs pos="100000">
                  <a:srgbClr val="C5C5C5"/>
                </a:gs>
              </a:gsLst>
              <a:lin ang="189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604"/>
            </a:p>
          </p:txBody>
        </p:sp>
      </p:grpSp>
      <p:sp>
        <p:nvSpPr>
          <p:cNvPr id="32" name="椭圆 31"/>
          <p:cNvSpPr/>
          <p:nvPr/>
        </p:nvSpPr>
        <p:spPr>
          <a:xfrm>
            <a:off x="6041250" y="3660706"/>
            <a:ext cx="473404" cy="487306"/>
          </a:xfrm>
          <a:prstGeom prst="ellipse">
            <a:avLst/>
          </a:prstGeom>
          <a:solidFill>
            <a:schemeClr val="accent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2362" tIns="46181" rIns="92362" bIns="46181" rtlCol="0" anchor="ctr"/>
          <a:lstStyle/>
          <a:p>
            <a:pPr algn="ctr"/>
            <a:endParaRPr lang="zh-CN" altLang="en-US" sz="1604"/>
          </a:p>
        </p:txBody>
      </p:sp>
      <p:grpSp>
        <p:nvGrpSpPr>
          <p:cNvPr id="33" name="组合 32"/>
          <p:cNvGrpSpPr/>
          <p:nvPr/>
        </p:nvGrpSpPr>
        <p:grpSpPr>
          <a:xfrm>
            <a:off x="6727241" y="1384767"/>
            <a:ext cx="1973174" cy="2771231"/>
            <a:chOff x="6713191" y="1434186"/>
            <a:chExt cx="1526352" cy="2692201"/>
          </a:xfrm>
        </p:grpSpPr>
        <p:sp>
          <p:nvSpPr>
            <p:cNvPr id="34" name="TextBox 79"/>
            <p:cNvSpPr txBox="1"/>
            <p:nvPr/>
          </p:nvSpPr>
          <p:spPr>
            <a:xfrm>
              <a:off x="6713191" y="1749682"/>
              <a:ext cx="1311127" cy="274352"/>
            </a:xfrm>
            <a:prstGeom prst="rect">
              <a:avLst/>
            </a:prstGeom>
            <a:noFill/>
          </p:spPr>
          <p:txBody>
            <a:bodyPr wrap="square" lIns="61109" tIns="30554" rIns="61109" bIns="30554" rtlCol="0" anchor="t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zh-CN" sz="1200" dirty="0">
                  <a:solidFill>
                    <a:schemeClr val="tx1">
                      <a:lumMod val="65000"/>
                      <a:lumOff val="35000"/>
                    </a:schemeClr>
                  </a:solidFill>
                  <a:ea typeface="微软雅黑"/>
                </a:rPr>
                <a:t>Test et </a:t>
              </a:r>
              <a:r>
                <a:rPr lang="en-US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微软雅黑"/>
                </a:rPr>
                <a:t>deployment </a:t>
              </a:r>
              <a:endPara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pitchFamily="34" charset="-122"/>
                <a:cs typeface="Calibri"/>
              </a:endParaRPr>
            </a:p>
          </p:txBody>
        </p:sp>
        <p:sp>
          <p:nvSpPr>
            <p:cNvPr id="35" name="TextBox 80"/>
            <p:cNvSpPr txBox="1"/>
            <p:nvPr/>
          </p:nvSpPr>
          <p:spPr>
            <a:xfrm>
              <a:off x="6727614" y="1434186"/>
              <a:ext cx="1008112" cy="322609"/>
            </a:xfrm>
            <a:prstGeom prst="rect">
              <a:avLst/>
            </a:prstGeom>
            <a:noFill/>
          </p:spPr>
          <p:txBody>
            <a:bodyPr wrap="square" lIns="61109" tIns="0" rIns="61109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tr-TR" altLang="zh-CN" sz="1600" b="1">
                  <a:solidFill>
                    <a:schemeClr val="tx1">
                      <a:lumMod val="65000"/>
                      <a:lumOff val="35000"/>
                    </a:schemeClr>
                  </a:solidFill>
                  <a:ea typeface="微软雅黑"/>
                  <a:cs typeface="华文黑体" pitchFamily="2" charset="-122"/>
                </a:rPr>
                <a:t>CI CD</a:t>
              </a:r>
              <a:endParaRPr lang="zh-CN" altLang="en-US" sz="1604" b="1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pitchFamily="34" charset="-122"/>
                <a:cs typeface="华文黑体" pitchFamily="2" charset="-122"/>
              </a:endParaRPr>
            </a:p>
          </p:txBody>
        </p:sp>
        <p:sp>
          <p:nvSpPr>
            <p:cNvPr id="36" name="TextBox 81"/>
            <p:cNvSpPr txBox="1"/>
            <p:nvPr/>
          </p:nvSpPr>
          <p:spPr>
            <a:xfrm>
              <a:off x="6713191" y="2804363"/>
              <a:ext cx="1311127" cy="274352"/>
            </a:xfrm>
            <a:prstGeom prst="rect">
              <a:avLst/>
            </a:prstGeom>
            <a:noFill/>
          </p:spPr>
          <p:txBody>
            <a:bodyPr wrap="square" lIns="61109" tIns="30554" rIns="61109" bIns="30554" rtlCol="0" anchor="t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tr-TR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微软雅黑"/>
                </a:rPr>
                <a:t>Conteneurisé le projet</a:t>
              </a:r>
              <a:endParaRPr lang="fr-FR" altLang="zh-CN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  <p:sp>
          <p:nvSpPr>
            <p:cNvPr id="37" name="TextBox 82"/>
            <p:cNvSpPr txBox="1"/>
            <p:nvPr/>
          </p:nvSpPr>
          <p:spPr>
            <a:xfrm>
              <a:off x="6727615" y="2496374"/>
              <a:ext cx="1008112" cy="322609"/>
            </a:xfrm>
            <a:prstGeom prst="rect">
              <a:avLst/>
            </a:prstGeom>
            <a:noFill/>
          </p:spPr>
          <p:txBody>
            <a:bodyPr wrap="square" lIns="61109" tIns="0" rIns="61109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tr-TR" altLang="zh-CN" sz="1600" b="1">
                  <a:solidFill>
                    <a:schemeClr val="tx1">
                      <a:lumMod val="65000"/>
                      <a:lumOff val="35000"/>
                    </a:schemeClr>
                  </a:solidFill>
                  <a:ea typeface="微软雅黑"/>
                </a:rPr>
                <a:t>Docker</a:t>
              </a:r>
              <a:endParaRPr lang="fr-FR" altLang="zh-CN"/>
            </a:p>
          </p:txBody>
        </p:sp>
        <p:sp>
          <p:nvSpPr>
            <p:cNvPr id="38" name="TextBox 83"/>
            <p:cNvSpPr txBox="1"/>
            <p:nvPr/>
          </p:nvSpPr>
          <p:spPr>
            <a:xfrm>
              <a:off x="6713191" y="3852035"/>
              <a:ext cx="1526352" cy="274352"/>
            </a:xfrm>
            <a:prstGeom prst="rect">
              <a:avLst/>
            </a:prstGeom>
            <a:noFill/>
          </p:spPr>
          <p:txBody>
            <a:bodyPr wrap="square" lIns="61109" tIns="30554" rIns="61109" bIns="30554" rtlCol="0" anchor="t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tr-TR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微软雅黑"/>
                </a:rPr>
                <a:t>Hebergement et performance</a:t>
              </a:r>
              <a:endParaRPr lang="tr-TR" altLang="zh-CN" sz="120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pitchFamily="34" charset="-122"/>
                <a:cs typeface="Calibri"/>
              </a:endParaRPr>
            </a:p>
          </p:txBody>
        </p:sp>
        <p:sp>
          <p:nvSpPr>
            <p:cNvPr id="39" name="TextBox 84"/>
            <p:cNvSpPr txBox="1"/>
            <p:nvPr/>
          </p:nvSpPr>
          <p:spPr>
            <a:xfrm>
              <a:off x="6727615" y="3536741"/>
              <a:ext cx="1008112" cy="322609"/>
            </a:xfrm>
            <a:prstGeom prst="rect">
              <a:avLst/>
            </a:prstGeom>
            <a:noFill/>
          </p:spPr>
          <p:txBody>
            <a:bodyPr wrap="square" lIns="61109" tIns="0" rIns="61109" bIns="0" rtlCol="0" anchor="t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tr-TR" altLang="zh-CN" sz="1600" b="1">
                  <a:solidFill>
                    <a:schemeClr val="tx1">
                      <a:lumMod val="65000"/>
                      <a:lumOff val="35000"/>
                    </a:schemeClr>
                  </a:solidFill>
                  <a:ea typeface="微软雅黑"/>
                  <a:cs typeface="华文黑体" pitchFamily="2" charset="-122"/>
                </a:rPr>
                <a:t>Optimisation</a:t>
              </a:r>
              <a:endParaRPr lang="zh-CN" altLang="en-US" sz="1604" b="1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pitchFamily="34" charset="-122"/>
                <a:cs typeface="华文黑体" pitchFamily="2" charset="-122"/>
              </a:endParaRPr>
            </a:p>
          </p:txBody>
        </p:sp>
      </p:grpSp>
      <p:grpSp>
        <p:nvGrpSpPr>
          <p:cNvPr id="40" name="组合 39"/>
          <p:cNvGrpSpPr/>
          <p:nvPr/>
        </p:nvGrpSpPr>
        <p:grpSpPr>
          <a:xfrm>
            <a:off x="694337" y="1416696"/>
            <a:ext cx="1904445" cy="2755142"/>
            <a:chOff x="824932" y="1465204"/>
            <a:chExt cx="1519446" cy="2676570"/>
          </a:xfrm>
        </p:grpSpPr>
        <p:sp>
          <p:nvSpPr>
            <p:cNvPr id="41" name="TextBox 85"/>
            <p:cNvSpPr txBox="1"/>
            <p:nvPr/>
          </p:nvSpPr>
          <p:spPr>
            <a:xfrm>
              <a:off x="824932" y="1833186"/>
              <a:ext cx="1519446" cy="274352"/>
            </a:xfrm>
            <a:prstGeom prst="rect">
              <a:avLst/>
            </a:prstGeom>
            <a:noFill/>
          </p:spPr>
          <p:txBody>
            <a:bodyPr wrap="square" lIns="61109" tIns="30554" rIns="61109" bIns="30554" rtlCol="0" anchor="t">
              <a:spAutoFit/>
            </a:bodyPr>
            <a:lstStyle/>
            <a:p>
              <a:pPr algn="r">
                <a:lnSpc>
                  <a:spcPct val="130000"/>
                </a:lnSpc>
              </a:pPr>
              <a:r>
                <a:rPr lang="tr-TR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微软雅黑"/>
                </a:rPr>
                <a:t>Précédant Projet</a:t>
              </a:r>
              <a:endParaRPr lang="fr-FR" altLang="zh-CN"/>
            </a:p>
          </p:txBody>
        </p:sp>
        <p:sp>
          <p:nvSpPr>
            <p:cNvPr id="42" name="TextBox 86"/>
            <p:cNvSpPr txBox="1"/>
            <p:nvPr/>
          </p:nvSpPr>
          <p:spPr>
            <a:xfrm>
              <a:off x="1331640" y="1465204"/>
              <a:ext cx="1008112" cy="321673"/>
            </a:xfrm>
            <a:prstGeom prst="rect">
              <a:avLst/>
            </a:prstGeom>
            <a:noFill/>
          </p:spPr>
          <p:txBody>
            <a:bodyPr wrap="square" lIns="61109" tIns="0" rIns="61109" bIns="0" rtlCol="0" anchor="t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tr-TR" altLang="zh-CN" sz="1600" b="1">
                  <a:solidFill>
                    <a:schemeClr val="tx1">
                      <a:lumMod val="65000"/>
                      <a:lumOff val="35000"/>
                    </a:schemeClr>
                  </a:solidFill>
                  <a:ea typeface="微软雅黑"/>
                  <a:cs typeface="华文黑体" pitchFamily="2" charset="-122"/>
                </a:rPr>
                <a:t>Base </a:t>
              </a:r>
              <a:endParaRPr lang="tr-TR" altLang="zh-CN" sz="1600" b="1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pitchFamily="34" charset="-122"/>
                <a:cs typeface="华文黑体" pitchFamily="2" charset="-122"/>
              </a:endParaRPr>
            </a:p>
          </p:txBody>
        </p:sp>
        <p:sp>
          <p:nvSpPr>
            <p:cNvPr id="43" name="TextBox 87"/>
            <p:cNvSpPr txBox="1"/>
            <p:nvPr/>
          </p:nvSpPr>
          <p:spPr>
            <a:xfrm>
              <a:off x="896940" y="2805428"/>
              <a:ext cx="1447438" cy="274352"/>
            </a:xfrm>
            <a:prstGeom prst="rect">
              <a:avLst/>
            </a:prstGeom>
            <a:noFill/>
          </p:spPr>
          <p:txBody>
            <a:bodyPr wrap="square" lIns="61109" tIns="30554" rIns="61109" bIns="30554" rtlCol="0" anchor="t">
              <a:spAutoFit/>
            </a:bodyPr>
            <a:lstStyle/>
            <a:p>
              <a:pPr algn="r">
                <a:lnSpc>
                  <a:spcPct val="130000"/>
                </a:lnSpc>
              </a:pPr>
              <a:r>
                <a:rPr lang="tr-TR" altLang="zh-CN" sz="1200">
                  <a:solidFill>
                    <a:schemeClr val="tx1">
                      <a:lumMod val="65000"/>
                      <a:lumOff val="35000"/>
                    </a:schemeClr>
                  </a:solidFill>
                  <a:ea typeface="微软雅黑"/>
                </a:rPr>
                <a:t>Fast API</a:t>
              </a:r>
              <a:endParaRPr lang="fr-FR" altLang="zh-CN"/>
            </a:p>
          </p:txBody>
        </p:sp>
        <p:sp>
          <p:nvSpPr>
            <p:cNvPr id="44" name="TextBox 88"/>
            <p:cNvSpPr txBox="1"/>
            <p:nvPr/>
          </p:nvSpPr>
          <p:spPr>
            <a:xfrm>
              <a:off x="1331640" y="2482465"/>
              <a:ext cx="1008112" cy="322609"/>
            </a:xfrm>
            <a:prstGeom prst="rect">
              <a:avLst/>
            </a:prstGeom>
            <a:noFill/>
          </p:spPr>
          <p:txBody>
            <a:bodyPr wrap="square" lIns="61109" tIns="0" rIns="61109" bIns="0" rtlCol="0" anchor="t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tr-TR" altLang="zh-CN" sz="1600" b="1">
                  <a:solidFill>
                    <a:schemeClr val="tx1">
                      <a:lumMod val="65000"/>
                      <a:lumOff val="35000"/>
                    </a:schemeClr>
                  </a:solidFill>
                  <a:ea typeface="微软雅黑"/>
                  <a:cs typeface="华文黑体" pitchFamily="2" charset="-122"/>
                </a:rPr>
                <a:t>API</a:t>
              </a:r>
              <a:endParaRPr lang="zh-CN" altLang="en-US" sz="1604" b="1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pitchFamily="34" charset="-122"/>
                <a:cs typeface="华文黑体" pitchFamily="2" charset="-122"/>
              </a:endParaRPr>
            </a:p>
          </p:txBody>
        </p:sp>
        <p:sp>
          <p:nvSpPr>
            <p:cNvPr id="45" name="TextBox 89"/>
            <p:cNvSpPr txBox="1"/>
            <p:nvPr/>
          </p:nvSpPr>
          <p:spPr>
            <a:xfrm>
              <a:off x="1000462" y="3867422"/>
              <a:ext cx="1343916" cy="274352"/>
            </a:xfrm>
            <a:prstGeom prst="rect">
              <a:avLst/>
            </a:prstGeom>
            <a:noFill/>
          </p:spPr>
          <p:txBody>
            <a:bodyPr wrap="square" lIns="61109" tIns="30554" rIns="61109" bIns="30554" rtlCol="0" anchor="t">
              <a:spAutoFit/>
            </a:bodyPr>
            <a:lstStyle/>
            <a:p>
              <a:pPr algn="r">
                <a:lnSpc>
                  <a:spcPct val="130000"/>
                </a:lnSpc>
              </a:pPr>
              <a:r>
                <a:rPr lang="en-US" altLang="zh-CN" sz="1200" dirty="0" err="1">
                  <a:solidFill>
                    <a:schemeClr val="tx1">
                      <a:lumMod val="65000"/>
                      <a:lumOff val="35000"/>
                    </a:schemeClr>
                  </a:solidFill>
                  <a:ea typeface="微软雅黑"/>
                </a:rPr>
                <a:t>Streamlit</a:t>
              </a:r>
              <a:endPara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pitchFamily="34" charset="-122"/>
                <a:cs typeface="Calibri"/>
              </a:endParaRPr>
            </a:p>
          </p:txBody>
        </p:sp>
        <p:sp>
          <p:nvSpPr>
            <p:cNvPr id="46" name="TextBox 90"/>
            <p:cNvSpPr txBox="1"/>
            <p:nvPr/>
          </p:nvSpPr>
          <p:spPr>
            <a:xfrm>
              <a:off x="1331640" y="3529470"/>
              <a:ext cx="1008112" cy="322609"/>
            </a:xfrm>
            <a:prstGeom prst="rect">
              <a:avLst/>
            </a:prstGeom>
            <a:noFill/>
          </p:spPr>
          <p:txBody>
            <a:bodyPr wrap="square" lIns="61109" tIns="0" rIns="61109" bIns="0" rtlCol="0" anchor="t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tr-TR" altLang="zh-CN" sz="1600" b="1">
                  <a:solidFill>
                    <a:schemeClr val="tx1">
                      <a:lumMod val="65000"/>
                      <a:lumOff val="35000"/>
                    </a:schemeClr>
                  </a:solidFill>
                  <a:ea typeface="微软雅黑"/>
                  <a:cs typeface="华文黑体" pitchFamily="2" charset="-122"/>
                </a:rPr>
                <a:t>Monitoring</a:t>
              </a:r>
              <a:endParaRPr lang="zh-CN" altLang="en-US" sz="1604" b="1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pitchFamily="34" charset="-122"/>
                <a:cs typeface="华文黑体" pitchFamily="2" charset="-122"/>
              </a:endParaRPr>
            </a:p>
          </p:txBody>
        </p:sp>
      </p:grpSp>
      <p:sp>
        <p:nvSpPr>
          <p:cNvPr id="47" name="TextBox 2053"/>
          <p:cNvSpPr txBox="1"/>
          <p:nvPr/>
        </p:nvSpPr>
        <p:spPr>
          <a:xfrm>
            <a:off x="2902231" y="1620790"/>
            <a:ext cx="473404" cy="411941"/>
          </a:xfrm>
          <a:prstGeom prst="rect">
            <a:avLst/>
          </a:prstGeom>
          <a:noFill/>
        </p:spPr>
        <p:txBody>
          <a:bodyPr wrap="square" lIns="92362" tIns="46181" rIns="92362" bIns="46181" rtlCol="0">
            <a:spAutoFit/>
          </a:bodyPr>
          <a:lstStyle/>
          <a:p>
            <a:r>
              <a:rPr lang="en-US" altLang="zh-CN" sz="2071" dirty="0">
                <a:solidFill>
                  <a:schemeClr val="bg1"/>
                </a:solidFill>
              </a:rPr>
              <a:t>01</a:t>
            </a:r>
            <a:endParaRPr lang="zh-CN" altLang="en-US" sz="2071" dirty="0">
              <a:solidFill>
                <a:schemeClr val="bg1"/>
              </a:solidFill>
            </a:endParaRPr>
          </a:p>
        </p:txBody>
      </p:sp>
      <p:sp>
        <p:nvSpPr>
          <p:cNvPr id="48" name="TextBox 100"/>
          <p:cNvSpPr txBox="1"/>
          <p:nvPr/>
        </p:nvSpPr>
        <p:spPr>
          <a:xfrm>
            <a:off x="2899416" y="2634950"/>
            <a:ext cx="538284" cy="411941"/>
          </a:xfrm>
          <a:prstGeom prst="rect">
            <a:avLst/>
          </a:prstGeom>
          <a:noFill/>
        </p:spPr>
        <p:txBody>
          <a:bodyPr wrap="square" lIns="92362" tIns="46181" rIns="92362" bIns="46181" rtlCol="0">
            <a:spAutoFit/>
          </a:bodyPr>
          <a:lstStyle/>
          <a:p>
            <a:r>
              <a:rPr lang="en-US" altLang="zh-CN" sz="2071" dirty="0">
                <a:solidFill>
                  <a:schemeClr val="bg1"/>
                </a:solidFill>
                <a:ea typeface="DFGothic-EB" panose="02010609010101010101" pitchFamily="1" charset="-128"/>
              </a:rPr>
              <a:t>02</a:t>
            </a:r>
            <a:endParaRPr lang="zh-CN" altLang="en-US" sz="2071" dirty="0">
              <a:solidFill>
                <a:schemeClr val="bg1"/>
              </a:solidFill>
              <a:ea typeface="DFGothic-EB" panose="02010609010101010101" pitchFamily="1" charset="-128"/>
            </a:endParaRPr>
          </a:p>
        </p:txBody>
      </p:sp>
      <p:sp>
        <p:nvSpPr>
          <p:cNvPr id="49" name="TextBox 101"/>
          <p:cNvSpPr txBox="1"/>
          <p:nvPr/>
        </p:nvSpPr>
        <p:spPr>
          <a:xfrm>
            <a:off x="2899418" y="3676185"/>
            <a:ext cx="498148" cy="411941"/>
          </a:xfrm>
          <a:prstGeom prst="rect">
            <a:avLst/>
          </a:prstGeom>
          <a:noFill/>
        </p:spPr>
        <p:txBody>
          <a:bodyPr wrap="square" lIns="92362" tIns="46181" rIns="92362" bIns="46181" rtlCol="0">
            <a:spAutoFit/>
          </a:bodyPr>
          <a:lstStyle/>
          <a:p>
            <a:r>
              <a:rPr lang="en-US" altLang="zh-CN" sz="2071" dirty="0">
                <a:solidFill>
                  <a:schemeClr val="bg1"/>
                </a:solidFill>
                <a:ea typeface="DFGothic-EB" panose="02010609010101010101" pitchFamily="1" charset="-128"/>
              </a:rPr>
              <a:t>03</a:t>
            </a:r>
            <a:endParaRPr lang="zh-CN" altLang="en-US" sz="2071" dirty="0">
              <a:solidFill>
                <a:schemeClr val="bg1"/>
              </a:solidFill>
              <a:ea typeface="DFGothic-EB" panose="02010609010101010101" pitchFamily="1" charset="-128"/>
            </a:endParaRPr>
          </a:p>
        </p:txBody>
      </p:sp>
      <p:sp>
        <p:nvSpPr>
          <p:cNvPr id="50" name="TextBox 102"/>
          <p:cNvSpPr txBox="1"/>
          <p:nvPr/>
        </p:nvSpPr>
        <p:spPr>
          <a:xfrm>
            <a:off x="6041249" y="3667247"/>
            <a:ext cx="484573" cy="411941"/>
          </a:xfrm>
          <a:prstGeom prst="rect">
            <a:avLst/>
          </a:prstGeom>
          <a:noFill/>
        </p:spPr>
        <p:txBody>
          <a:bodyPr wrap="square" lIns="92362" tIns="46181" rIns="92362" bIns="46181" rtlCol="0">
            <a:spAutoFit/>
          </a:bodyPr>
          <a:lstStyle/>
          <a:p>
            <a:r>
              <a:rPr lang="en-US" altLang="zh-CN" sz="2071" dirty="0">
                <a:solidFill>
                  <a:schemeClr val="bg1"/>
                </a:solidFill>
                <a:ea typeface="DFGothic-EB" panose="02010609010101010101" pitchFamily="1" charset="-128"/>
              </a:rPr>
              <a:t>06</a:t>
            </a:r>
            <a:endParaRPr lang="zh-CN" altLang="en-US" sz="2071" dirty="0">
              <a:solidFill>
                <a:schemeClr val="bg1"/>
              </a:solidFill>
              <a:ea typeface="DFGothic-EB" panose="02010609010101010101" pitchFamily="1" charset="-128"/>
            </a:endParaRPr>
          </a:p>
        </p:txBody>
      </p:sp>
      <p:sp>
        <p:nvSpPr>
          <p:cNvPr id="51" name="TextBox 103"/>
          <p:cNvSpPr txBox="1"/>
          <p:nvPr/>
        </p:nvSpPr>
        <p:spPr>
          <a:xfrm>
            <a:off x="6057793" y="2673197"/>
            <a:ext cx="524456" cy="411941"/>
          </a:xfrm>
          <a:prstGeom prst="rect">
            <a:avLst/>
          </a:prstGeom>
          <a:noFill/>
        </p:spPr>
        <p:txBody>
          <a:bodyPr wrap="square" lIns="92362" tIns="46181" rIns="92362" bIns="46181" rtlCol="0">
            <a:spAutoFit/>
          </a:bodyPr>
          <a:lstStyle/>
          <a:p>
            <a:r>
              <a:rPr lang="en-US" altLang="zh-CN" sz="2071" dirty="0">
                <a:solidFill>
                  <a:schemeClr val="bg1"/>
                </a:solidFill>
                <a:ea typeface="DFGothic-EB" panose="02010609010101010101" pitchFamily="1" charset="-128"/>
              </a:rPr>
              <a:t>05</a:t>
            </a:r>
            <a:endParaRPr lang="zh-CN" altLang="en-US" sz="2071" dirty="0">
              <a:solidFill>
                <a:schemeClr val="bg1"/>
              </a:solidFill>
              <a:ea typeface="DFGothic-EB" panose="02010609010101010101" pitchFamily="1" charset="-128"/>
            </a:endParaRPr>
          </a:p>
        </p:txBody>
      </p:sp>
      <p:sp>
        <p:nvSpPr>
          <p:cNvPr id="52" name="TextBox 104"/>
          <p:cNvSpPr txBox="1"/>
          <p:nvPr/>
        </p:nvSpPr>
        <p:spPr>
          <a:xfrm>
            <a:off x="6061675" y="1599264"/>
            <a:ext cx="520576" cy="411941"/>
          </a:xfrm>
          <a:prstGeom prst="rect">
            <a:avLst/>
          </a:prstGeom>
          <a:noFill/>
        </p:spPr>
        <p:txBody>
          <a:bodyPr wrap="square" lIns="92362" tIns="46181" rIns="92362" bIns="46181" rtlCol="0">
            <a:spAutoFit/>
          </a:bodyPr>
          <a:lstStyle/>
          <a:p>
            <a:r>
              <a:rPr lang="en-US" altLang="zh-CN" sz="2071" dirty="0">
                <a:solidFill>
                  <a:schemeClr val="bg1"/>
                </a:solidFill>
                <a:ea typeface="DFGothic-EB" panose="02010609010101010101" pitchFamily="1" charset="-128"/>
              </a:rPr>
              <a:t>04</a:t>
            </a:r>
            <a:endParaRPr lang="zh-CN" altLang="en-US" sz="2071" dirty="0">
              <a:solidFill>
                <a:schemeClr val="bg1"/>
              </a:solidFill>
              <a:ea typeface="DFGothic-EB" panose="02010609010101010101" pitchFamily="1" charset="-128"/>
            </a:endParaRPr>
          </a:p>
        </p:txBody>
      </p:sp>
      <p:sp>
        <p:nvSpPr>
          <p:cNvPr id="53" name="Freeform 11"/>
          <p:cNvSpPr/>
          <p:nvPr/>
        </p:nvSpPr>
        <p:spPr bwMode="auto">
          <a:xfrm>
            <a:off x="3705709" y="1446080"/>
            <a:ext cx="966664" cy="1379074"/>
          </a:xfrm>
          <a:custGeom>
            <a:avLst/>
            <a:gdLst>
              <a:gd name="T0" fmla="*/ 2209 w 2293"/>
              <a:gd name="T1" fmla="*/ 0 h 3267"/>
              <a:gd name="T2" fmla="*/ 83 w 2293"/>
              <a:gd name="T3" fmla="*/ 0 h 3267"/>
              <a:gd name="T4" fmla="*/ 0 w 2293"/>
              <a:gd name="T5" fmla="*/ 83 h 3267"/>
              <a:gd name="T6" fmla="*/ 0 w 2293"/>
              <a:gd name="T7" fmla="*/ 3184 h 3267"/>
              <a:gd name="T8" fmla="*/ 83 w 2293"/>
              <a:gd name="T9" fmla="*/ 3267 h 3267"/>
              <a:gd name="T10" fmla="*/ 2209 w 2293"/>
              <a:gd name="T11" fmla="*/ 3267 h 3267"/>
              <a:gd name="T12" fmla="*/ 2293 w 2293"/>
              <a:gd name="T13" fmla="*/ 3184 h 3267"/>
              <a:gd name="T14" fmla="*/ 2293 w 2293"/>
              <a:gd name="T15" fmla="*/ 83 h 3267"/>
              <a:gd name="T16" fmla="*/ 2209 w 2293"/>
              <a:gd name="T17" fmla="*/ 0 h 3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3" h="3267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4"/>
                </a:lnTo>
                <a:cubicBezTo>
                  <a:pt x="0" y="3229"/>
                  <a:pt x="37" y="3267"/>
                  <a:pt x="83" y="3267"/>
                </a:cubicBezTo>
                <a:lnTo>
                  <a:pt x="2209" y="3267"/>
                </a:lnTo>
                <a:cubicBezTo>
                  <a:pt x="2255" y="3267"/>
                  <a:pt x="2293" y="3229"/>
                  <a:pt x="2293" y="3184"/>
                </a:cubicBezTo>
                <a:lnTo>
                  <a:pt x="2293" y="83"/>
                </a:lnTo>
                <a:cubicBezTo>
                  <a:pt x="2293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vert="horz" wrap="square" lIns="91447" tIns="45723" rIns="91447" bIns="45723" numCol="1" anchor="t" anchorCtr="0" compatLnSpc="1"/>
          <a:lstStyle/>
          <a:p>
            <a:endParaRPr lang="zh-CN" altLang="en-US" sz="1604"/>
          </a:p>
        </p:txBody>
      </p:sp>
      <p:sp>
        <p:nvSpPr>
          <p:cNvPr id="54" name="Freeform 12"/>
          <p:cNvSpPr/>
          <p:nvPr/>
        </p:nvSpPr>
        <p:spPr bwMode="auto">
          <a:xfrm>
            <a:off x="4727659" y="1446080"/>
            <a:ext cx="965826" cy="1379074"/>
          </a:xfrm>
          <a:custGeom>
            <a:avLst/>
            <a:gdLst>
              <a:gd name="T0" fmla="*/ 2209 w 2292"/>
              <a:gd name="T1" fmla="*/ 0 h 3267"/>
              <a:gd name="T2" fmla="*/ 83 w 2292"/>
              <a:gd name="T3" fmla="*/ 0 h 3267"/>
              <a:gd name="T4" fmla="*/ 0 w 2292"/>
              <a:gd name="T5" fmla="*/ 83 h 3267"/>
              <a:gd name="T6" fmla="*/ 0 w 2292"/>
              <a:gd name="T7" fmla="*/ 3184 h 3267"/>
              <a:gd name="T8" fmla="*/ 83 w 2292"/>
              <a:gd name="T9" fmla="*/ 3267 h 3267"/>
              <a:gd name="T10" fmla="*/ 2209 w 2292"/>
              <a:gd name="T11" fmla="*/ 3267 h 3267"/>
              <a:gd name="T12" fmla="*/ 2292 w 2292"/>
              <a:gd name="T13" fmla="*/ 3184 h 3267"/>
              <a:gd name="T14" fmla="*/ 2292 w 2292"/>
              <a:gd name="T15" fmla="*/ 83 h 3267"/>
              <a:gd name="T16" fmla="*/ 2209 w 2292"/>
              <a:gd name="T17" fmla="*/ 0 h 32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2" h="3267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4"/>
                </a:lnTo>
                <a:cubicBezTo>
                  <a:pt x="0" y="3229"/>
                  <a:pt x="37" y="3267"/>
                  <a:pt x="83" y="3267"/>
                </a:cubicBezTo>
                <a:lnTo>
                  <a:pt x="2209" y="3267"/>
                </a:lnTo>
                <a:cubicBezTo>
                  <a:pt x="2255" y="3267"/>
                  <a:pt x="2292" y="3229"/>
                  <a:pt x="2292" y="3184"/>
                </a:cubicBezTo>
                <a:lnTo>
                  <a:pt x="2292" y="83"/>
                </a:lnTo>
                <a:cubicBezTo>
                  <a:pt x="2292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vert="horz" wrap="square" lIns="91447" tIns="45723" rIns="91447" bIns="45723" numCol="1" anchor="t" anchorCtr="0" compatLnSpc="1"/>
          <a:lstStyle/>
          <a:p>
            <a:endParaRPr lang="zh-CN" altLang="en-US" sz="1604"/>
          </a:p>
        </p:txBody>
      </p:sp>
      <p:sp>
        <p:nvSpPr>
          <p:cNvPr id="55" name="Freeform 13"/>
          <p:cNvSpPr/>
          <p:nvPr/>
        </p:nvSpPr>
        <p:spPr bwMode="auto">
          <a:xfrm>
            <a:off x="4727659" y="2877131"/>
            <a:ext cx="965826" cy="1379074"/>
          </a:xfrm>
          <a:custGeom>
            <a:avLst/>
            <a:gdLst>
              <a:gd name="T0" fmla="*/ 2209 w 2292"/>
              <a:gd name="T1" fmla="*/ 0 h 3266"/>
              <a:gd name="T2" fmla="*/ 83 w 2292"/>
              <a:gd name="T3" fmla="*/ 0 h 3266"/>
              <a:gd name="T4" fmla="*/ 0 w 2292"/>
              <a:gd name="T5" fmla="*/ 83 h 3266"/>
              <a:gd name="T6" fmla="*/ 0 w 2292"/>
              <a:gd name="T7" fmla="*/ 3183 h 3266"/>
              <a:gd name="T8" fmla="*/ 83 w 2292"/>
              <a:gd name="T9" fmla="*/ 3266 h 3266"/>
              <a:gd name="T10" fmla="*/ 2209 w 2292"/>
              <a:gd name="T11" fmla="*/ 3266 h 3266"/>
              <a:gd name="T12" fmla="*/ 2292 w 2292"/>
              <a:gd name="T13" fmla="*/ 3183 h 3266"/>
              <a:gd name="T14" fmla="*/ 2292 w 2292"/>
              <a:gd name="T15" fmla="*/ 83 h 3266"/>
              <a:gd name="T16" fmla="*/ 2209 w 2292"/>
              <a:gd name="T17" fmla="*/ 0 h 3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2" h="3266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3"/>
                </a:lnTo>
                <a:cubicBezTo>
                  <a:pt x="0" y="3229"/>
                  <a:pt x="37" y="3266"/>
                  <a:pt x="83" y="3266"/>
                </a:cubicBezTo>
                <a:lnTo>
                  <a:pt x="2209" y="3266"/>
                </a:lnTo>
                <a:cubicBezTo>
                  <a:pt x="2255" y="3266"/>
                  <a:pt x="2292" y="3229"/>
                  <a:pt x="2292" y="3183"/>
                </a:cubicBezTo>
                <a:lnTo>
                  <a:pt x="2292" y="83"/>
                </a:lnTo>
                <a:cubicBezTo>
                  <a:pt x="2292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vert="horz" wrap="square" lIns="91447" tIns="45723" rIns="91447" bIns="45723" numCol="1" anchor="t" anchorCtr="0" compatLnSpc="1"/>
          <a:lstStyle/>
          <a:p>
            <a:endParaRPr lang="zh-CN" altLang="en-US" sz="1604"/>
          </a:p>
        </p:txBody>
      </p:sp>
      <p:sp>
        <p:nvSpPr>
          <p:cNvPr id="56" name="Freeform 14"/>
          <p:cNvSpPr/>
          <p:nvPr/>
        </p:nvSpPr>
        <p:spPr bwMode="auto">
          <a:xfrm>
            <a:off x="3705709" y="2877131"/>
            <a:ext cx="966664" cy="1379074"/>
          </a:xfrm>
          <a:custGeom>
            <a:avLst/>
            <a:gdLst>
              <a:gd name="T0" fmla="*/ 2209 w 2293"/>
              <a:gd name="T1" fmla="*/ 0 h 3266"/>
              <a:gd name="T2" fmla="*/ 83 w 2293"/>
              <a:gd name="T3" fmla="*/ 0 h 3266"/>
              <a:gd name="T4" fmla="*/ 0 w 2293"/>
              <a:gd name="T5" fmla="*/ 83 h 3266"/>
              <a:gd name="T6" fmla="*/ 0 w 2293"/>
              <a:gd name="T7" fmla="*/ 3183 h 3266"/>
              <a:gd name="T8" fmla="*/ 83 w 2293"/>
              <a:gd name="T9" fmla="*/ 3266 h 3266"/>
              <a:gd name="T10" fmla="*/ 2209 w 2293"/>
              <a:gd name="T11" fmla="*/ 3266 h 3266"/>
              <a:gd name="T12" fmla="*/ 2293 w 2293"/>
              <a:gd name="T13" fmla="*/ 3183 h 3266"/>
              <a:gd name="T14" fmla="*/ 2293 w 2293"/>
              <a:gd name="T15" fmla="*/ 83 h 3266"/>
              <a:gd name="T16" fmla="*/ 2209 w 2293"/>
              <a:gd name="T17" fmla="*/ 0 h 32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</a:cxnLst>
            <a:rect l="0" t="0" r="r" b="b"/>
            <a:pathLst>
              <a:path w="2293" h="3266">
                <a:moveTo>
                  <a:pt x="2209" y="0"/>
                </a:moveTo>
                <a:lnTo>
                  <a:pt x="83" y="0"/>
                </a:lnTo>
                <a:cubicBezTo>
                  <a:pt x="37" y="0"/>
                  <a:pt x="0" y="37"/>
                  <a:pt x="0" y="83"/>
                </a:cubicBezTo>
                <a:lnTo>
                  <a:pt x="0" y="3183"/>
                </a:lnTo>
                <a:cubicBezTo>
                  <a:pt x="0" y="3229"/>
                  <a:pt x="37" y="3266"/>
                  <a:pt x="83" y="3266"/>
                </a:cubicBezTo>
                <a:lnTo>
                  <a:pt x="2209" y="3266"/>
                </a:lnTo>
                <a:cubicBezTo>
                  <a:pt x="2255" y="3266"/>
                  <a:pt x="2293" y="3229"/>
                  <a:pt x="2293" y="3183"/>
                </a:cubicBezTo>
                <a:lnTo>
                  <a:pt x="2293" y="83"/>
                </a:lnTo>
                <a:cubicBezTo>
                  <a:pt x="2293" y="37"/>
                  <a:pt x="2255" y="0"/>
                  <a:pt x="2209" y="0"/>
                </a:cubicBezTo>
                <a:close/>
              </a:path>
            </a:pathLst>
          </a:custGeom>
          <a:blipFill>
            <a:blip r:embed="rId5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  <a:ln>
            <a:noFill/>
          </a:ln>
        </p:spPr>
        <p:txBody>
          <a:bodyPr vert="horz" wrap="square" lIns="91447" tIns="45723" rIns="91447" bIns="45723" numCol="1" anchor="t" anchorCtr="0" compatLnSpc="1"/>
          <a:lstStyle/>
          <a:p>
            <a:endParaRPr lang="zh-CN" altLang="en-US" sz="1604"/>
          </a:p>
        </p:txBody>
      </p:sp>
    </p:spTree>
    <p:extLst>
      <p:ext uri="{BB962C8B-B14F-4D97-AF65-F5344CB8AC3E}">
        <p14:creationId xmlns:p14="http://schemas.microsoft.com/office/powerpoint/2010/main" val="3245930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0">
        <p14:doors dir="vert"/>
      </p:transition>
    </mc:Choice>
    <mc:Fallback xmlns="">
      <p:transition spd="slow" advTm="0">
        <p:fade/>
      </p:transition>
    </mc:Fallback>
  </mc:AlternateContent>
  <mc:AlternateContent xmlns:mc="http://schemas.openxmlformats.org/markup-compatibility/2006" xmlns:p14="http://schemas.microsoft.com/office/powerpoint/2010/main">
    <mc:Choice Requires="p14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6" presetClass="entr" presetSubtype="2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inVertical)">
                                          <p:cBhvr>
                                            <p:cTn id="7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" presetClass="entr" presetSubtype="9" accel="80000" fill="hold" grpId="0" nodeType="afterEffect" p14:presetBounceEnd="32000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2000">
                                          <p:cBhvr additive="base">
                                            <p:cTn id="11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2000">
                                          <p:cBhvr additive="base">
                                            <p:cTn id="12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3" accel="80000" fill="hold" grpId="0" nodeType="withEffect" p14:presetBounceEnd="32000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2000">
                                          <p:cBhvr additive="base">
                                            <p:cTn id="15" dur="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2000">
                                          <p:cBhvr additive="base">
                                            <p:cTn id="16" dur="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2" accel="80000" fill="hold" grpId="0" nodeType="withEffect" p14:presetBounceEnd="32000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2000">
                                          <p:cBhvr additive="base">
                                            <p:cTn id="19" dur="5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2000">
                                          <p:cBhvr additive="base">
                                            <p:cTn id="20" dur="5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6" accel="80000" fill="hold" grpId="0" nodeType="withEffect" p14:presetBounceEnd="32000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 p14:bounceEnd="32000">
                                          <p:cBhvr additive="base">
                                            <p:cTn id="23" dur="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 p14:bounceEnd="32000">
                                          <p:cBhvr additive="base">
                                            <p:cTn id="24" dur="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23" presetClass="entr" presetSubtype="27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8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2/3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2/3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23" presetClass="entr" presetSubtype="28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/3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/3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4" presetID="23" presetClass="entr" presetSubtype="28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6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/3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/3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8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9" presetID="23" presetClass="entr" presetSubtype="27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2/3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2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2/3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23" presetClass="entr" presetSubtype="28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5" dur="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/3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6" dur="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/3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7" presetID="23" presetClass="entr" presetSubtype="28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9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/3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/3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1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52" presetID="23" presetClass="entr" presetSubtype="27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4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2/3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5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2/3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6" presetID="23" presetClass="entr" presetSubtype="28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8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/3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9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/3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0" presetID="23" presetClass="entr" presetSubtype="28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2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/3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3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/3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4" fill="hold">
                                <p:stCondLst>
                                  <p:cond delay="3400"/>
                                </p:stCondLst>
                                <p:childTnLst>
                                  <p:par>
                                    <p:cTn id="65" presetID="23" presetClass="entr" presetSubtype="27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2/3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8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2/3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9" presetID="23" presetClass="entr" presetSubtype="28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1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/3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2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/3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3" presetID="23" presetClass="entr" presetSubtype="28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5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/3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6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/3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7" fill="hold">
                                <p:stCondLst>
                                  <p:cond delay="3900"/>
                                </p:stCondLst>
                                <p:childTnLst>
                                  <p:par>
                                    <p:cTn id="78" presetID="23" presetClass="entr" presetSubtype="27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0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2/3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1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2/3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2" presetID="23" presetClass="entr" presetSubtype="28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4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/3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5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/3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6" presetID="23" presetClass="entr" presetSubtype="28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8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/3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9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/3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0" fill="hold">
                                <p:stCondLst>
                                  <p:cond delay="4400"/>
                                </p:stCondLst>
                                <p:childTnLst>
                                  <p:par>
                                    <p:cTn id="91" presetID="23" presetClass="entr" presetSubtype="27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3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2/3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4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2/3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5" presetID="23" presetClass="entr" presetSubtype="28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/3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/3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9" presetID="23" presetClass="entr" presetSubtype="28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1" dur="5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/3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2" dur="5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/3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3" fill="hold">
                                <p:stCondLst>
                                  <p:cond delay="4900"/>
                                </p:stCondLst>
                                <p:childTnLst>
                                  <p:par>
                                    <p:cTn id="104" presetID="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6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7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8" fill="hold">
                                <p:stCondLst>
                                  <p:cond delay="5400"/>
                                </p:stCondLst>
                                <p:childTnLst>
                                  <p:par>
                                    <p:cTn id="109" presetID="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1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2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12" grpId="0" animBg="1"/>
          <p:bldP spid="16" grpId="0" animBg="1"/>
          <p:bldP spid="20" grpId="0" animBg="1"/>
          <p:bldP spid="24" grpId="0" animBg="1"/>
          <p:bldP spid="28" grpId="0" animBg="1"/>
          <p:bldP spid="32" grpId="0" animBg="1"/>
          <p:bldP spid="47" grpId="0"/>
          <p:bldP spid="48" grpId="0"/>
          <p:bldP spid="49" grpId="0"/>
          <p:bldP spid="50" grpId="0"/>
          <p:bldP spid="51" grpId="0"/>
          <p:bldP spid="52" grpId="0"/>
          <p:bldP spid="53" grpId="0" animBg="1"/>
          <p:bldP spid="54" grpId="0" animBg="1"/>
          <p:bldP spid="55" grpId="0" animBg="1"/>
          <p:bldP spid="56" grpId="0" animBg="1"/>
        </p:bldLst>
      </p:timing>
    </mc:Choice>
    <mc:Fallback xmlns="">
      <p:timing>
        <p:tnLst>
          <p:par>
            <p:cTn id="1" dur="indefinite" restart="never" nodeType="tmRoot">
              <p:childTnLst>
                <p:seq concurrent="1" nextAc="seek">
                  <p:cTn id="2" dur="indefinite" nodeType="mainSeq">
                    <p:childTnLst>
                      <p:par>
                        <p:cTn id="3" fill="hold">
                          <p:stCondLst>
                            <p:cond delay="indefinite"/>
                            <p:cond evt="onBegin" delay="0">
                              <p:tn val="2"/>
                            </p:cond>
                          </p:stCondLst>
                          <p:childTnLst>
                            <p:par>
                              <p:cTn id="4" fill="hold">
                                <p:stCondLst>
                                  <p:cond delay="0"/>
                                </p:stCondLst>
                                <p:childTnLst>
                                  <p:par>
                                    <p:cTn id="5" presetID="16" presetClass="entr" presetSubtype="21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Effect transition="in" filter="barn(inVertical)">
                                          <p:cBhvr>
                                            <p:cTn id="7" dur="500"/>
                                            <p:tgtEl>
                                              <p:spTgt spid="8"/>
                                            </p:tgtEl>
                                          </p:cBhvr>
                                        </p:animEffect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8" fill="hold">
                                <p:stCondLst>
                                  <p:cond delay="500"/>
                                </p:stCondLst>
                                <p:childTnLst>
                                  <p:par>
                                    <p:cTn id="9" presetID="2" presetClass="entr" presetSubtype="9" accel="80000" fill="hold" grpId="0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2" dur="500" fill="hold"/>
                                            <p:tgtEl>
                                              <p:spTgt spid="5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3" presetID="2" presetClass="entr" presetSubtype="3" accel="80000" fill="hold" grpId="0" nodeType="withEffect">
                                      <p:stCondLst>
                                        <p:cond delay="300"/>
                                      </p:stCondLst>
                                      <p:childTnLst>
                                        <p:set>
                                          <p:cBhvr>
                                            <p:cTn id="1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5" dur="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6" dur="500" fill="hold"/>
                                            <p:tgtEl>
                                              <p:spTgt spid="54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17" presetID="2" presetClass="entr" presetSubtype="12" accel="80000" fill="hold" grpId="0" nodeType="withEffect">
                                      <p:stCondLst>
                                        <p:cond delay="600"/>
                                      </p:stCondLst>
                                      <p:childTnLst>
                                        <p:set>
                                          <p:cBhvr>
                                            <p:cTn id="1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9" dur="5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0" dur="500" fill="hold"/>
                                            <p:tgtEl>
                                              <p:spTgt spid="56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21" presetID="2" presetClass="entr" presetSubtype="6" accel="80000" fill="hold" grpId="0" nodeType="withEffect">
                                      <p:stCondLst>
                                        <p:cond delay="900"/>
                                      </p:stCondLst>
                                      <p:childTnLst>
                                        <p:set>
                                          <p:cBhvr>
                                            <p:cTn id="2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23" dur="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24" dur="500" fill="hold"/>
                                            <p:tgtEl>
                                              <p:spTgt spid="55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h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25" fill="hold">
                                <p:stCondLst>
                                  <p:cond delay="1900"/>
                                </p:stCondLst>
                                <p:childTnLst>
                                  <p:par>
                                    <p:cTn id="26" presetID="23" presetClass="entr" presetSubtype="27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2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28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2/3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29" dur="500" fill="hold"/>
                                            <p:tgtEl>
                                              <p:spTgt spid="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2/3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0" presetID="23" presetClass="entr" presetSubtype="28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2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/3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3" dur="500" fill="hold"/>
                                            <p:tgtEl>
                                              <p:spTgt spid="1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/3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34" presetID="23" presetClass="entr" presetSubtype="28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3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36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/3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37" dur="500" fill="hold"/>
                                            <p:tgtEl>
                                              <p:spTgt spid="4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/3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38" fill="hold">
                                <p:stCondLst>
                                  <p:cond delay="2400"/>
                                </p:stCondLst>
                                <p:childTnLst>
                                  <p:par>
                                    <p:cTn id="39" presetID="23" presetClass="entr" presetSubtype="27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1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2/3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2" dur="500" fill="hold"/>
                                            <p:tgtEl>
                                              <p:spTgt spid="13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2/3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3" presetID="23" presetClass="entr" presetSubtype="28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5" dur="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/3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46" dur="500" fill="hold"/>
                                            <p:tgtEl>
                                              <p:spTgt spid="4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/3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47" presetID="23" presetClass="entr" presetSubtype="28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48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49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/3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0" dur="500" fill="hold"/>
                                            <p:tgtEl>
                                              <p:spTgt spid="16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/3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51" fill="hold">
                                <p:stCondLst>
                                  <p:cond delay="2900"/>
                                </p:stCondLst>
                                <p:childTnLst>
                                  <p:par>
                                    <p:cTn id="52" presetID="23" presetClass="entr" presetSubtype="27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4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2/3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5" dur="500" fill="hold"/>
                                            <p:tgtEl>
                                              <p:spTgt spid="17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2/3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56" presetID="23" presetClass="entr" presetSubtype="28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5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58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/3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59" dur="500" fill="hold"/>
                                            <p:tgtEl>
                                              <p:spTgt spid="2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/3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0" presetID="23" presetClass="entr" presetSubtype="28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1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2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/3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3" dur="500" fill="hold"/>
                                            <p:tgtEl>
                                              <p:spTgt spid="4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/3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64" fill="hold">
                                <p:stCondLst>
                                  <p:cond delay="3400"/>
                                </p:stCondLst>
                                <p:childTnLst>
                                  <p:par>
                                    <p:cTn id="65" presetID="23" presetClass="entr" presetSubtype="27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6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67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2/3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68" dur="500" fill="hold"/>
                                            <p:tgtEl>
                                              <p:spTgt spid="2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2/3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69" presetID="23" presetClass="entr" presetSubtype="28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1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/3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2" dur="500" fill="hold"/>
                                            <p:tgtEl>
                                              <p:spTgt spid="24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/3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73" presetID="23" presetClass="entr" presetSubtype="28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4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75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/3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76" dur="500" fill="hold"/>
                                            <p:tgtEl>
                                              <p:spTgt spid="5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/3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77" fill="hold">
                                <p:stCondLst>
                                  <p:cond delay="3900"/>
                                </p:stCondLst>
                                <p:childTnLst>
                                  <p:par>
                                    <p:cTn id="78" presetID="23" presetClass="entr" presetSubtype="27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79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0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2/3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1" dur="500" fill="hold"/>
                                            <p:tgtEl>
                                              <p:spTgt spid="25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2/3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2" presetID="23" presetClass="entr" presetSubtype="28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3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4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/3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5" dur="500" fill="hold"/>
                                            <p:tgtEl>
                                              <p:spTgt spid="28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/3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86" presetID="23" presetClass="entr" presetSubtype="28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87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88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/3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89" dur="500" fill="hold"/>
                                            <p:tgtEl>
                                              <p:spTgt spid="51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/3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90" fill="hold">
                                <p:stCondLst>
                                  <p:cond delay="4400"/>
                                </p:stCondLst>
                                <p:childTnLst>
                                  <p:par>
                                    <p:cTn id="91" presetID="23" presetClass="entr" presetSubtype="27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2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3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2/3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4" dur="500" fill="hold"/>
                                            <p:tgtEl>
                                              <p:spTgt spid="29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2/3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5" presetID="23" presetClass="entr" presetSubtype="28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96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97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/3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98" dur="500" fill="hold"/>
                                            <p:tgtEl>
                                              <p:spTgt spid="32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/3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  <p:par>
                                    <p:cTn id="99" presetID="23" presetClass="entr" presetSubtype="288" fill="hold" grpId="0" nodeType="with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>
                                            <p:cTn id="101" dur="5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ppt_w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/3*#ppt_w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w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>
                                            <p:cTn id="102" dur="500" fill="hold"/>
                                            <p:tgtEl>
                                              <p:spTgt spid="50"/>
                                            </p:tgtEl>
                                            <p:attrNameLst>
                                              <p:attrName>ppt_h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4/3*#ppt_h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h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3" fill="hold">
                                <p:stCondLst>
                                  <p:cond delay="4900"/>
                                </p:stCondLst>
                                <p:childTnLst>
                                  <p:par>
                                    <p:cTn id="104" presetID="2" presetClass="entr" presetSubtype="8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05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06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0-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07" dur="500" fill="hold"/>
                                            <p:tgtEl>
                                              <p:spTgt spid="40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  <p:par>
                              <p:cTn id="108" fill="hold">
                                <p:stCondLst>
                                  <p:cond delay="5400"/>
                                </p:stCondLst>
                                <p:childTnLst>
                                  <p:par>
                                    <p:cTn id="109" presetID="2" presetClass="entr" presetSubtype="2" fill="hold" nodeType="afterEffect">
                                      <p:stCondLst>
                                        <p:cond delay="0"/>
                                      </p:stCondLst>
                                      <p:childTnLst>
                                        <p:set>
                                          <p:cBhvr>
                                            <p:cTn id="110" dur="1" fill="hold">
                                              <p:stCondLst>
                                                <p:cond delay="0"/>
                                              </p:stCondLst>
                                            </p:cTn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style.visibility</p:attrName>
                                            </p:attrNameLst>
                                          </p:cBhvr>
                                          <p:to>
                                            <p:strVal val="visible"/>
                                          </p:to>
                                        </p:set>
                                        <p:anim calcmode="lin" valueType="num">
                                          <p:cBhvr additive="base">
                                            <p:cTn id="111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ppt_x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1+#ppt_w/2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x"/>
                                              </p:val>
                                            </p:tav>
                                          </p:tavLst>
                                        </p:anim>
                                        <p:anim calcmode="lin" valueType="num">
                                          <p:cBhvr additive="base">
                                            <p:cTn id="112" dur="500" fill="hold"/>
                                            <p:tgtEl>
                                              <p:spTgt spid="33"/>
                                            </p:tgtEl>
                                            <p:attrNameLst>
                                              <p:attrName>ppt_y</p:attrName>
                                            </p:attrNameLst>
                                          </p:cBhvr>
                                          <p:tavLst>
                                            <p:tav tm="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  <p:tav tm="100000">
                                              <p:val>
                                                <p:strVal val="#ppt_y"/>
                                              </p:val>
                                            </p:tav>
                                          </p:tavLst>
                                        </p:anim>
                                      </p:childTnLst>
                                    </p:cTn>
                                  </p:par>
                                </p:childTnLst>
                              </p:cTn>
                            </p:par>
                          </p:childTnLst>
                        </p:cTn>
                      </p:par>
                    </p:childTnLst>
                  </p:cTn>
                  <p:prevCondLst>
                    <p:cond evt="onPrev" delay="0">
                      <p:tgtEl>
                        <p:sldTgt/>
                      </p:tgtEl>
                    </p:cond>
                  </p:prevCondLst>
                  <p:nextCondLst>
                    <p:cond evt="onNext" delay="0">
                      <p:tgtEl>
                        <p:sldTgt/>
                      </p:tgtEl>
                    </p:cond>
                  </p:nextCondLst>
                </p:seq>
              </p:childTnLst>
            </p:cTn>
          </p:par>
        </p:tnLst>
        <p:bldLst>
          <p:bldP spid="8" grpId="0" animBg="1"/>
          <p:bldP spid="12" grpId="0" animBg="1"/>
          <p:bldP spid="16" grpId="0" animBg="1"/>
          <p:bldP spid="20" grpId="0" animBg="1"/>
          <p:bldP spid="24" grpId="0" animBg="1"/>
          <p:bldP spid="28" grpId="0" animBg="1"/>
          <p:bldP spid="32" grpId="0" animBg="1"/>
          <p:bldP spid="47" grpId="0"/>
          <p:bldP spid="48" grpId="0"/>
          <p:bldP spid="49" grpId="0"/>
          <p:bldP spid="50" grpId="0"/>
          <p:bldP spid="51" grpId="0"/>
          <p:bldP spid="52" grpId="0"/>
          <p:bldP spid="53" grpId="0" animBg="1"/>
          <p:bldP spid="54" grpId="0" animBg="1"/>
          <p:bldP spid="55" grpId="0" animBg="1"/>
          <p:bldP spid="56" grpId="0" animBg="1"/>
        </p:bldLst>
      </p:timing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3"/>
          <p:cNvGrpSpPr/>
          <p:nvPr/>
        </p:nvGrpSpPr>
        <p:grpSpPr>
          <a:xfrm>
            <a:off x="3607063" y="1058649"/>
            <a:ext cx="2125278" cy="1954450"/>
            <a:chOff x="5807955" y="4605844"/>
            <a:chExt cx="1524698" cy="1402144"/>
          </a:xfrm>
        </p:grpSpPr>
        <p:sp>
          <p:nvSpPr>
            <p:cNvPr id="13" name="文本框 5"/>
            <p:cNvSpPr txBox="1"/>
            <p:nvPr/>
          </p:nvSpPr>
          <p:spPr>
            <a:xfrm>
              <a:off x="6641266" y="4954902"/>
              <a:ext cx="691387" cy="728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6000" b="1" dirty="0">
                  <a:ea typeface="站酷高端黑" panose="02010600030101010101" pitchFamily="2" charset="-122"/>
                </a:rPr>
                <a:t>0</a:t>
              </a:r>
              <a:r>
                <a:rPr lang="tr-TR" altLang="zh-CN" sz="6000" b="1" dirty="0">
                  <a:ea typeface="站酷高端黑" panose="02010600030101010101" pitchFamily="2" charset="-122"/>
                </a:rPr>
                <a:t>2</a:t>
              </a:r>
              <a:endParaRPr lang="zh-CN" altLang="en-US" sz="6000" b="1" dirty="0">
                <a:ea typeface="站酷高端黑" panose="02010600030101010101" pitchFamily="2" charset="-122"/>
              </a:endParaRPr>
            </a:p>
          </p:txBody>
        </p:sp>
        <p:sp>
          <p:nvSpPr>
            <p:cNvPr id="14" name="弧形 5"/>
            <p:cNvSpPr/>
            <p:nvPr/>
          </p:nvSpPr>
          <p:spPr>
            <a:xfrm rot="2700000">
              <a:off x="5884495" y="4686150"/>
              <a:ext cx="1249065" cy="1249065"/>
            </a:xfrm>
            <a:prstGeom prst="arc">
              <a:avLst>
                <a:gd name="adj1" fmla="val 20887794"/>
                <a:gd name="adj2" fmla="val 16988131"/>
              </a:avLst>
            </a:prstGeom>
            <a:ln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8C864"/>
                </a:solidFill>
              </a:endParaRPr>
            </a:p>
          </p:txBody>
        </p:sp>
        <p:sp>
          <p:nvSpPr>
            <p:cNvPr id="15" name="弦形 6"/>
            <p:cNvSpPr/>
            <p:nvPr/>
          </p:nvSpPr>
          <p:spPr>
            <a:xfrm>
              <a:off x="5807955" y="4605844"/>
              <a:ext cx="1402144" cy="1402144"/>
            </a:xfrm>
            <a:prstGeom prst="chord">
              <a:avLst>
                <a:gd name="adj1" fmla="val 4720851"/>
                <a:gd name="adj2" fmla="val 11040325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8C864"/>
                </a:solidFill>
              </a:endParaRPr>
            </a:p>
          </p:txBody>
        </p:sp>
      </p:grpSp>
      <p:sp>
        <p:nvSpPr>
          <p:cNvPr id="16" name="矩形 69"/>
          <p:cNvSpPr>
            <a:spLocks noChangeArrowheads="1"/>
          </p:cNvSpPr>
          <p:nvPr/>
        </p:nvSpPr>
        <p:spPr bwMode="auto">
          <a:xfrm>
            <a:off x="3172691" y="3163483"/>
            <a:ext cx="303414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None/>
            </a:pPr>
            <a:r>
              <a:rPr lang="tr-TR" altLang="zh-CN" sz="3000" b="1">
                <a:solidFill>
                  <a:srgbClr val="ED7D31"/>
                </a:solidFill>
                <a:latin typeface="+mn-lt"/>
                <a:ea typeface="微软雅黑"/>
                <a:sym typeface="微软雅黑" panose="020B0503020204020204" pitchFamily="34" charset="-122"/>
              </a:rPr>
              <a:t>Monitoring</a:t>
            </a:r>
            <a:endParaRPr lang="fr-FR"/>
          </a:p>
        </p:txBody>
      </p:sp>
      <p:cxnSp>
        <p:nvCxnSpPr>
          <p:cNvPr id="17" name="直接连接符 9"/>
          <p:cNvCxnSpPr/>
          <p:nvPr/>
        </p:nvCxnSpPr>
        <p:spPr>
          <a:xfrm>
            <a:off x="1907704" y="3440482"/>
            <a:ext cx="1368152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0"/>
          <p:cNvCxnSpPr/>
          <p:nvPr/>
        </p:nvCxnSpPr>
        <p:spPr>
          <a:xfrm>
            <a:off x="6084168" y="3440482"/>
            <a:ext cx="129614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800640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 advTm="0">
        <p15:prstTrans prst="origami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0" name="组合 129"/>
          <p:cNvGrpSpPr/>
          <p:nvPr/>
        </p:nvGrpSpPr>
        <p:grpSpPr>
          <a:xfrm>
            <a:off x="1021552" y="1496489"/>
            <a:ext cx="26997" cy="1773167"/>
            <a:chOff x="1331651" y="1597980"/>
            <a:chExt cx="36000" cy="2364481"/>
          </a:xfrm>
          <a:solidFill>
            <a:schemeClr val="accent1"/>
          </a:solidFill>
        </p:grpSpPr>
        <p:cxnSp>
          <p:nvCxnSpPr>
            <p:cNvPr id="131" name="直接连接符 130"/>
            <p:cNvCxnSpPr/>
            <p:nvPr/>
          </p:nvCxnSpPr>
          <p:spPr>
            <a:xfrm>
              <a:off x="1331651" y="1597980"/>
              <a:ext cx="0" cy="2364481"/>
            </a:xfrm>
            <a:prstGeom prst="line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2" name="矩形 131"/>
            <p:cNvSpPr/>
            <p:nvPr/>
          </p:nvSpPr>
          <p:spPr>
            <a:xfrm>
              <a:off x="1331651" y="1597980"/>
              <a:ext cx="36000" cy="1080000"/>
            </a:xfrm>
            <a:prstGeom prst="rect">
              <a:avLst/>
            </a:prstGeom>
            <a:grp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1424"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33" name="组合 132"/>
          <p:cNvGrpSpPr/>
          <p:nvPr/>
        </p:nvGrpSpPr>
        <p:grpSpPr>
          <a:xfrm flipV="1">
            <a:off x="2829345" y="2513913"/>
            <a:ext cx="26997" cy="1792549"/>
            <a:chOff x="1331651" y="1572132"/>
            <a:chExt cx="36000" cy="2390327"/>
          </a:xfrm>
          <a:solidFill>
            <a:schemeClr val="accent2"/>
          </a:solidFill>
        </p:grpSpPr>
        <p:cxnSp>
          <p:nvCxnSpPr>
            <p:cNvPr id="134" name="直接连接符 133"/>
            <p:cNvCxnSpPr/>
            <p:nvPr/>
          </p:nvCxnSpPr>
          <p:spPr>
            <a:xfrm>
              <a:off x="1331651" y="1576008"/>
              <a:ext cx="0" cy="2386451"/>
            </a:xfrm>
            <a:prstGeom prst="line">
              <a:avLst/>
            </a:prstGeom>
            <a:grpFill/>
            <a:ln>
              <a:solidFill>
                <a:schemeClr val="accent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5" name="矩形 134"/>
            <p:cNvSpPr/>
            <p:nvPr/>
          </p:nvSpPr>
          <p:spPr>
            <a:xfrm>
              <a:off x="1331651" y="1572132"/>
              <a:ext cx="36000" cy="1080000"/>
            </a:xfrm>
            <a:prstGeom prst="rect">
              <a:avLst/>
            </a:prstGeom>
            <a:grpFill/>
            <a:ln>
              <a:solidFill>
                <a:schemeClr val="accent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1424"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36" name="组合 135"/>
          <p:cNvGrpSpPr/>
          <p:nvPr/>
        </p:nvGrpSpPr>
        <p:grpSpPr>
          <a:xfrm>
            <a:off x="4637138" y="1496489"/>
            <a:ext cx="26997" cy="1773167"/>
            <a:chOff x="1331651" y="1597980"/>
            <a:chExt cx="36000" cy="2364481"/>
          </a:xfrm>
          <a:solidFill>
            <a:schemeClr val="accent3"/>
          </a:solidFill>
        </p:grpSpPr>
        <p:cxnSp>
          <p:nvCxnSpPr>
            <p:cNvPr id="137" name="直接连接符 136"/>
            <p:cNvCxnSpPr/>
            <p:nvPr/>
          </p:nvCxnSpPr>
          <p:spPr>
            <a:xfrm>
              <a:off x="1331651" y="1597980"/>
              <a:ext cx="0" cy="2364481"/>
            </a:xfrm>
            <a:prstGeom prst="line">
              <a:avLst/>
            </a:prstGeom>
            <a:grpFill/>
            <a:ln>
              <a:solidFill>
                <a:schemeClr val="accent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矩形 137"/>
            <p:cNvSpPr/>
            <p:nvPr/>
          </p:nvSpPr>
          <p:spPr>
            <a:xfrm>
              <a:off x="1331651" y="1597980"/>
              <a:ext cx="36000" cy="1080000"/>
            </a:xfrm>
            <a:prstGeom prst="rect">
              <a:avLst/>
            </a:prstGeom>
            <a:grpFill/>
            <a:ln>
              <a:solidFill>
                <a:schemeClr val="accent3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1424"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39" name="组合 138"/>
          <p:cNvGrpSpPr/>
          <p:nvPr/>
        </p:nvGrpSpPr>
        <p:grpSpPr>
          <a:xfrm flipV="1">
            <a:off x="6444930" y="2513912"/>
            <a:ext cx="26997" cy="1792550"/>
            <a:chOff x="1331651" y="1572132"/>
            <a:chExt cx="36000" cy="2390328"/>
          </a:xfrm>
          <a:solidFill>
            <a:schemeClr val="accent4"/>
          </a:solidFill>
        </p:grpSpPr>
        <p:cxnSp>
          <p:nvCxnSpPr>
            <p:cNvPr id="140" name="直接连接符 139"/>
            <p:cNvCxnSpPr/>
            <p:nvPr/>
          </p:nvCxnSpPr>
          <p:spPr>
            <a:xfrm>
              <a:off x="1331651" y="1576008"/>
              <a:ext cx="0" cy="2386452"/>
            </a:xfrm>
            <a:prstGeom prst="line">
              <a:avLst/>
            </a:prstGeom>
            <a:grpFill/>
            <a:ln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1" name="矩形 140"/>
            <p:cNvSpPr/>
            <p:nvPr/>
          </p:nvSpPr>
          <p:spPr>
            <a:xfrm>
              <a:off x="1331651" y="1572132"/>
              <a:ext cx="36000" cy="1080000"/>
            </a:xfrm>
            <a:prstGeom prst="rect">
              <a:avLst/>
            </a:prstGeom>
            <a:grp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1424"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42" name="组合 141"/>
          <p:cNvGrpSpPr/>
          <p:nvPr/>
        </p:nvGrpSpPr>
        <p:grpSpPr>
          <a:xfrm>
            <a:off x="1021552" y="2513913"/>
            <a:ext cx="1574768" cy="762887"/>
            <a:chOff x="1331651" y="2945166"/>
            <a:chExt cx="2099921" cy="1017295"/>
          </a:xfrm>
          <a:solidFill>
            <a:srgbClr val="298EC0"/>
          </a:solidFill>
        </p:grpSpPr>
        <p:sp>
          <p:nvSpPr>
            <p:cNvPr id="143" name="矩形 142"/>
            <p:cNvSpPr/>
            <p:nvPr/>
          </p:nvSpPr>
          <p:spPr>
            <a:xfrm>
              <a:off x="1331651" y="2945166"/>
              <a:ext cx="2099921" cy="1017295"/>
            </a:xfrm>
            <a:prstGeom prst="rect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68560" tIns="34279" rIns="68560" bIns="342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20000"/>
                </a:lnSpc>
              </a:pPr>
              <a:endParaRPr lang="zh-CN" altLang="en-US" sz="1138" kern="0">
                <a:solidFill>
                  <a:sysClr val="window" lastClr="FFFFFF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44" name="文本框 143"/>
            <p:cNvSpPr txBox="1"/>
            <p:nvPr/>
          </p:nvSpPr>
          <p:spPr>
            <a:xfrm>
              <a:off x="1419945" y="3543679"/>
              <a:ext cx="1923330" cy="39531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68560" tIns="34279" rIns="68560" bIns="342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algn="ctr">
                <a:lnSpc>
                  <a:spcPct val="130000"/>
                </a:lnSpc>
                <a:defRPr sz="2001" kern="0">
                  <a:solidFill>
                    <a:sysClr val="window" lastClr="FFFFFF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tr-TR" altLang="zh-CN" sz="1400">
                  <a:latin typeface="+mn-lt"/>
                  <a:ea typeface="微软雅黑"/>
                  <a:cs typeface="+mn-ea"/>
                  <a:sym typeface="Arial" panose="020B0604020202020204" pitchFamily="34" charset="0"/>
                </a:rPr>
                <a:t>Python</a:t>
              </a:r>
              <a:endParaRPr lang="zh-CN" altLang="en-US" sz="1400" dirty="0">
                <a:latin typeface="+mn-lt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45" name="文本框 144"/>
            <p:cNvSpPr txBox="1"/>
            <p:nvPr/>
          </p:nvSpPr>
          <p:spPr>
            <a:xfrm>
              <a:off x="1843808" y="3042093"/>
              <a:ext cx="1075605" cy="60608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68560" tIns="34279" rIns="68560" bIns="342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algn="ctr">
                <a:lnSpc>
                  <a:spcPct val="130000"/>
                </a:lnSpc>
                <a:defRPr sz="2001" kern="0">
                  <a:solidFill>
                    <a:sysClr val="window" lastClr="FFFFFF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zh-CN" sz="2276" dirty="0">
                  <a:latin typeface="+mn-lt"/>
                  <a:cs typeface="+mn-ea"/>
                  <a:sym typeface="Arial" panose="020B0604020202020204" pitchFamily="34" charset="0"/>
                </a:rPr>
                <a:t>1</a:t>
              </a:r>
              <a:endParaRPr lang="zh-CN" altLang="en-US" sz="2276" dirty="0">
                <a:latin typeface="+mn-lt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46" name="组合 145"/>
          <p:cNvGrpSpPr/>
          <p:nvPr/>
        </p:nvGrpSpPr>
        <p:grpSpPr>
          <a:xfrm>
            <a:off x="2829345" y="2513913"/>
            <a:ext cx="1574768" cy="782451"/>
            <a:chOff x="3742306" y="2945166"/>
            <a:chExt cx="2099921" cy="1043383"/>
          </a:xfrm>
        </p:grpSpPr>
        <p:sp>
          <p:nvSpPr>
            <p:cNvPr id="147" name="矩形 146"/>
            <p:cNvSpPr/>
            <p:nvPr/>
          </p:nvSpPr>
          <p:spPr>
            <a:xfrm flipV="1">
              <a:off x="3742306" y="2945166"/>
              <a:ext cx="2099921" cy="101729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1138">
                <a:solidFill>
                  <a:schemeClr val="bg1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48" name="文本框 147"/>
            <p:cNvSpPr txBox="1"/>
            <p:nvPr/>
          </p:nvSpPr>
          <p:spPr>
            <a:xfrm>
              <a:off x="3830598" y="3543677"/>
              <a:ext cx="1923330" cy="444872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ts val="750"/>
                </a:spcBef>
              </a:pPr>
              <a:r>
                <a:rPr lang="tr-TR" altLang="zh-CN" sz="1400">
                  <a:solidFill>
                    <a:schemeClr val="bg1"/>
                  </a:solidFill>
                  <a:ea typeface="微软雅黑"/>
                  <a:cs typeface="+mn-ea"/>
                  <a:sym typeface="Arial" panose="020B0604020202020204" pitchFamily="34" charset="0"/>
                </a:rPr>
                <a:t>API</a:t>
              </a:r>
              <a:endParaRPr lang="fr-FR" altLang="zh-CN"/>
            </a:p>
          </p:txBody>
        </p:sp>
        <p:sp>
          <p:nvSpPr>
            <p:cNvPr id="149" name="文本框 148"/>
            <p:cNvSpPr txBox="1"/>
            <p:nvPr/>
          </p:nvSpPr>
          <p:spPr>
            <a:xfrm>
              <a:off x="4270419" y="3042093"/>
              <a:ext cx="1075605" cy="6835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ts val="750"/>
                </a:spcBef>
              </a:pPr>
              <a:r>
                <a:rPr lang="en-US" altLang="zh-CN" sz="2276" dirty="0">
                  <a:solidFill>
                    <a:schemeClr val="bg1"/>
                  </a:solidFill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2</a:t>
              </a:r>
              <a:endParaRPr lang="zh-CN" altLang="en-US" sz="2276" dirty="0">
                <a:solidFill>
                  <a:schemeClr val="bg1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50" name="组合 149"/>
          <p:cNvGrpSpPr/>
          <p:nvPr/>
        </p:nvGrpSpPr>
        <p:grpSpPr>
          <a:xfrm>
            <a:off x="4637138" y="2513913"/>
            <a:ext cx="1574768" cy="762887"/>
            <a:chOff x="6152961" y="2945166"/>
            <a:chExt cx="2099921" cy="1017295"/>
          </a:xfrm>
          <a:solidFill>
            <a:srgbClr val="298EC0"/>
          </a:solidFill>
        </p:grpSpPr>
        <p:sp>
          <p:nvSpPr>
            <p:cNvPr id="151" name="矩形 150"/>
            <p:cNvSpPr/>
            <p:nvPr/>
          </p:nvSpPr>
          <p:spPr>
            <a:xfrm>
              <a:off x="6152961" y="2945166"/>
              <a:ext cx="2099921" cy="1017295"/>
            </a:xfrm>
            <a:prstGeom prst="rect">
              <a:avLst/>
            </a:prstGeom>
            <a:solidFill>
              <a:schemeClr val="accent3"/>
            </a:solidFill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68560" tIns="34279" rIns="68560" bIns="342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20000"/>
                </a:lnSpc>
              </a:pPr>
              <a:endParaRPr lang="zh-CN" altLang="en-US" sz="1138" kern="0">
                <a:solidFill>
                  <a:sysClr val="window" lastClr="FFFFFF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52" name="文本框 151"/>
            <p:cNvSpPr txBox="1"/>
            <p:nvPr/>
          </p:nvSpPr>
          <p:spPr>
            <a:xfrm>
              <a:off x="6246353" y="3543679"/>
              <a:ext cx="1923330" cy="39531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68560" tIns="34279" rIns="68560" bIns="342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algn="ctr">
                <a:lnSpc>
                  <a:spcPct val="130000"/>
                </a:lnSpc>
                <a:defRPr sz="2001" kern="0">
                  <a:solidFill>
                    <a:sysClr val="window" lastClr="FFFFFF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tr-TR" altLang="zh-CN" sz="1400">
                  <a:latin typeface="+mn-lt"/>
                  <a:ea typeface="微软雅黑"/>
                  <a:cs typeface="+mn-ea"/>
                  <a:sym typeface="Arial" panose="020B0604020202020204" pitchFamily="34" charset="0"/>
                </a:rPr>
                <a:t>Prediction</a:t>
              </a:r>
              <a:endParaRPr lang="fr-FR" altLang="zh-CN"/>
            </a:p>
          </p:txBody>
        </p:sp>
        <p:sp>
          <p:nvSpPr>
            <p:cNvPr id="153" name="文本框 152"/>
            <p:cNvSpPr txBox="1"/>
            <p:nvPr/>
          </p:nvSpPr>
          <p:spPr>
            <a:xfrm>
              <a:off x="6665116" y="3042093"/>
              <a:ext cx="1075605" cy="703016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rot="0" spcFirstLastPara="0" vertOverflow="overflow" horzOverflow="overflow" vert="horz" wrap="square" lIns="68560" tIns="34279" rIns="68560" bIns="34279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algn="ctr">
                <a:lnSpc>
                  <a:spcPct val="130000"/>
                </a:lnSpc>
                <a:defRPr sz="2001" kern="0">
                  <a:solidFill>
                    <a:sysClr val="window" lastClr="FFFFFF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</a:lstStyle>
            <a:p>
              <a:pPr>
                <a:lnSpc>
                  <a:spcPct val="120000"/>
                </a:lnSpc>
              </a:pPr>
              <a:r>
                <a:rPr lang="en-US" altLang="zh-CN" sz="2276" dirty="0">
                  <a:latin typeface="+mn-lt"/>
                  <a:cs typeface="+mn-ea"/>
                  <a:sym typeface="Arial" panose="020B0604020202020204" pitchFamily="34" charset="0"/>
                </a:rPr>
                <a:t>3</a:t>
              </a:r>
              <a:endParaRPr lang="zh-CN" altLang="en-US" sz="2276" dirty="0">
                <a:latin typeface="+mn-lt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154" name="组合 153"/>
          <p:cNvGrpSpPr/>
          <p:nvPr/>
        </p:nvGrpSpPr>
        <p:grpSpPr>
          <a:xfrm>
            <a:off x="6444930" y="2513915"/>
            <a:ext cx="1574768" cy="782451"/>
            <a:chOff x="8563615" y="2945166"/>
            <a:chExt cx="2099921" cy="1043382"/>
          </a:xfrm>
        </p:grpSpPr>
        <p:sp>
          <p:nvSpPr>
            <p:cNvPr id="155" name="矩形 154"/>
            <p:cNvSpPr/>
            <p:nvPr/>
          </p:nvSpPr>
          <p:spPr>
            <a:xfrm flipV="1">
              <a:off x="8563615" y="2945166"/>
              <a:ext cx="2099921" cy="101729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0000"/>
                </a:lnSpc>
              </a:pPr>
              <a:endParaRPr lang="zh-CN" altLang="en-US" sz="1138">
                <a:solidFill>
                  <a:schemeClr val="bg1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56" name="文本框 155"/>
            <p:cNvSpPr txBox="1"/>
            <p:nvPr/>
          </p:nvSpPr>
          <p:spPr>
            <a:xfrm>
              <a:off x="8651906" y="3543677"/>
              <a:ext cx="1923330" cy="444871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ts val="750"/>
                </a:spcBef>
              </a:pPr>
              <a:r>
                <a:rPr lang="tr-TR" altLang="zh-CN" sz="1400">
                  <a:solidFill>
                    <a:schemeClr val="bg1"/>
                  </a:solidFill>
                  <a:ea typeface="微软雅黑"/>
                  <a:cs typeface="+mn-ea"/>
                  <a:sym typeface="Arial" panose="020B0604020202020204" pitchFamily="34" charset="0"/>
                </a:rPr>
                <a:t>Modele</a:t>
              </a:r>
              <a:endParaRPr lang="zh-CN" altLang="en-US" sz="1400" dirty="0">
                <a:solidFill>
                  <a:schemeClr val="bg1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57" name="文本框 156"/>
            <p:cNvSpPr txBox="1"/>
            <p:nvPr/>
          </p:nvSpPr>
          <p:spPr>
            <a:xfrm>
              <a:off x="9087650" y="3042093"/>
              <a:ext cx="1075605" cy="6835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20000"/>
                </a:lnSpc>
                <a:spcBef>
                  <a:spcPts val="750"/>
                </a:spcBef>
              </a:pPr>
              <a:r>
                <a:rPr lang="en-US" altLang="zh-CN" sz="2276" dirty="0">
                  <a:solidFill>
                    <a:schemeClr val="bg1"/>
                  </a:solidFill>
                  <a:ea typeface="微软雅黑" panose="020B0503020204020204" pitchFamily="34" charset="-122"/>
                  <a:cs typeface="+mn-ea"/>
                  <a:sym typeface="Arial" panose="020B0604020202020204" pitchFamily="34" charset="0"/>
                </a:rPr>
                <a:t>4</a:t>
              </a:r>
              <a:endParaRPr lang="zh-CN" altLang="en-US" sz="2276" dirty="0">
                <a:solidFill>
                  <a:schemeClr val="bg1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158" name="Text Placeholder 7"/>
          <p:cNvSpPr txBox="1">
            <a:spLocks/>
          </p:cNvSpPr>
          <p:nvPr/>
        </p:nvSpPr>
        <p:spPr>
          <a:xfrm>
            <a:off x="1208941" y="1494534"/>
            <a:ext cx="1044310" cy="253741"/>
          </a:xfrm>
          <a:prstGeom prst="rect">
            <a:avLst/>
          </a:prstGeom>
        </p:spPr>
        <p:txBody>
          <a:bodyPr vert="horz" lIns="0" tIns="73856" rIns="0" bIns="73856" anchor="ctr"/>
          <a:lstStyle>
            <a:lvl1pPr marL="0" indent="0" algn="r" rtl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66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1041400" indent="-4000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04963" indent="-319088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47900" indent="-319088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890838" indent="-319088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34603" indent="-321327" algn="l" defTabSz="128530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77258" indent="-321327" algn="l" defTabSz="128530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19911" indent="-321327" algn="l" defTabSz="128530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62567" indent="-321327" algn="l" defTabSz="128530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tr-TR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微软雅黑"/>
                <a:cs typeface="+mn-ea"/>
                <a:sym typeface="Arial" panose="020B0604020202020204" pitchFamily="34" charset="0"/>
              </a:rPr>
              <a:t>Python object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0" name="Text Placeholder 7"/>
          <p:cNvSpPr txBox="1">
            <a:spLocks/>
          </p:cNvSpPr>
          <p:nvPr/>
        </p:nvSpPr>
        <p:spPr>
          <a:xfrm>
            <a:off x="2969912" y="3567060"/>
            <a:ext cx="1044310" cy="253741"/>
          </a:xfrm>
          <a:prstGeom prst="rect">
            <a:avLst/>
          </a:prstGeom>
        </p:spPr>
        <p:txBody>
          <a:bodyPr vert="horz" lIns="0" tIns="73856" rIns="0" bIns="73856" anchor="ctr"/>
          <a:lstStyle>
            <a:lvl1pPr marL="0" indent="0" algn="r" rtl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66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1041400" indent="-4000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04963" indent="-319088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47900" indent="-319088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890838" indent="-319088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34603" indent="-321327" algn="l" defTabSz="128530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77258" indent="-321327" algn="l" defTabSz="128530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19911" indent="-321327" algn="l" defTabSz="128530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62567" indent="-321327" algn="l" defTabSz="128530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tr-TR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微软雅黑"/>
                <a:cs typeface="+mn-ea"/>
                <a:sym typeface="Arial" panose="020B0604020202020204" pitchFamily="34" charset="0"/>
              </a:rPr>
              <a:t>Api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1" name="Text Placeholder 2"/>
          <p:cNvSpPr txBox="1">
            <a:spLocks/>
          </p:cNvSpPr>
          <p:nvPr/>
        </p:nvSpPr>
        <p:spPr>
          <a:xfrm>
            <a:off x="2969911" y="3825675"/>
            <a:ext cx="1599867" cy="509061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r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002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1041400" indent="-4000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04963" indent="-319088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47900" indent="-319088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890838" indent="-319088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34603" indent="-321327" algn="l" defTabSz="128530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77258" indent="-321327" algn="l" defTabSz="128530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19911" indent="-321327" algn="l" defTabSz="128530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62567" indent="-321327" algn="l" defTabSz="128530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微软雅黑"/>
                <a:cs typeface="+mn-ea"/>
                <a:sym typeface="Arial" panose="020B0604020202020204" pitchFamily="34" charset="0"/>
              </a:rPr>
              <a:t>Nb requests</a:t>
            </a:r>
            <a:endParaRPr lang="fr-FR">
              <a:solidFill>
                <a:schemeClr val="tx1">
                  <a:lumMod val="65000"/>
                  <a:lumOff val="35000"/>
                </a:schemeClr>
              </a:solidFill>
              <a:sym typeface="Arial" panose="020B0604020202020204" pitchFamily="34" charset="0"/>
            </a:endParaRPr>
          </a:p>
          <a:p>
            <a:pPr algn="l">
              <a:lnSpc>
                <a:spcPct val="120000"/>
              </a:lnSpc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微软雅黑"/>
                <a:cs typeface="+mn-ea"/>
              </a:rPr>
              <a:t>Latency</a:t>
            </a:r>
          </a:p>
          <a:p>
            <a:pPr algn="l">
              <a:lnSpc>
                <a:spcPct val="120000"/>
              </a:lnSpc>
            </a:pP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微软雅黑"/>
              <a:cs typeface="+mn-ea"/>
            </a:endParaRPr>
          </a:p>
        </p:txBody>
      </p:sp>
      <p:sp>
        <p:nvSpPr>
          <p:cNvPr id="162" name="Text Placeholder 7"/>
          <p:cNvSpPr txBox="1">
            <a:spLocks/>
          </p:cNvSpPr>
          <p:nvPr/>
        </p:nvSpPr>
        <p:spPr>
          <a:xfrm>
            <a:off x="4825703" y="1562264"/>
            <a:ext cx="1044310" cy="253741"/>
          </a:xfrm>
          <a:prstGeom prst="rect">
            <a:avLst/>
          </a:prstGeom>
        </p:spPr>
        <p:txBody>
          <a:bodyPr vert="horz" lIns="0" tIns="73856" rIns="0" bIns="73856" anchor="ctr"/>
          <a:lstStyle>
            <a:lvl1pPr marL="0" indent="0" algn="r" rtl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66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1041400" indent="-4000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04963" indent="-319088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47900" indent="-319088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890838" indent="-319088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34603" indent="-321327" algn="l" defTabSz="128530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77258" indent="-321327" algn="l" defTabSz="128530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19911" indent="-321327" algn="l" defTabSz="128530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62567" indent="-321327" algn="l" defTabSz="128530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tr-TR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微软雅黑"/>
                <a:cs typeface="+mn-ea"/>
                <a:sym typeface="Arial" panose="020B0604020202020204" pitchFamily="34" charset="0"/>
              </a:rPr>
              <a:t>Predictions</a:t>
            </a:r>
            <a:endParaRPr lang="fr-FR" altLang="zh-CN"/>
          </a:p>
        </p:txBody>
      </p:sp>
      <p:sp>
        <p:nvSpPr>
          <p:cNvPr id="163" name="Text Placeholder 2"/>
          <p:cNvSpPr txBox="1">
            <a:spLocks/>
          </p:cNvSpPr>
          <p:nvPr/>
        </p:nvSpPr>
        <p:spPr>
          <a:xfrm>
            <a:off x="4825702" y="1835917"/>
            <a:ext cx="1629945" cy="411305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r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002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1041400" indent="-4000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04963" indent="-319088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47900" indent="-319088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890838" indent="-319088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34603" indent="-321327" algn="l" defTabSz="128530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77258" indent="-321327" algn="l" defTabSz="128530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19911" indent="-321327" algn="l" defTabSz="128530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62567" indent="-321327" algn="l" defTabSz="128530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微软雅黑"/>
                <a:cs typeface="+mn-ea"/>
              </a:rPr>
              <a:t>Nb </a:t>
            </a: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微软雅黑"/>
                <a:cs typeface="+mn-ea"/>
              </a:rPr>
              <a:t>prediction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微软雅黑"/>
              <a:cs typeface="+mn-ea"/>
            </a:endParaRPr>
          </a:p>
          <a:p>
            <a:pPr algn="l">
              <a:lnSpc>
                <a:spcPct val="120000"/>
              </a:lnSpc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微软雅黑"/>
                <a:cs typeface="+mn-ea"/>
              </a:rPr>
              <a:t>Prediction batch size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微软雅黑" panose="020B0503020204020204" pitchFamily="34" charset="-122"/>
              <a:cs typeface="+mn-ea"/>
            </a:endParaRPr>
          </a:p>
        </p:txBody>
      </p:sp>
      <p:sp>
        <p:nvSpPr>
          <p:cNvPr id="164" name="Text Placeholder 7"/>
          <p:cNvSpPr txBox="1">
            <a:spLocks/>
          </p:cNvSpPr>
          <p:nvPr/>
        </p:nvSpPr>
        <p:spPr>
          <a:xfrm>
            <a:off x="6600219" y="3648336"/>
            <a:ext cx="1044310" cy="253741"/>
          </a:xfrm>
          <a:prstGeom prst="rect">
            <a:avLst/>
          </a:prstGeom>
        </p:spPr>
        <p:txBody>
          <a:bodyPr vert="horz" lIns="0" tIns="73856" rIns="0" bIns="73856" anchor="ctr"/>
          <a:lstStyle>
            <a:lvl1pPr marL="0" indent="0" algn="r" rtl="0" eaLnBrk="0" fontAlgn="base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266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1041400" indent="-4000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04963" indent="-319088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47900" indent="-319088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890838" indent="-319088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34603" indent="-321327" algn="l" defTabSz="128530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77258" indent="-321327" algn="l" defTabSz="128530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19911" indent="-321327" algn="l" defTabSz="128530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62567" indent="-321327" algn="l" defTabSz="128530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tr-TR" altLang="zh-CN" sz="14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微软雅黑"/>
                <a:cs typeface="+mn-ea"/>
                <a:sym typeface="Arial" panose="020B0604020202020204" pitchFamily="34" charset="0"/>
              </a:rPr>
              <a:t>Modele</a:t>
            </a:r>
            <a:endParaRPr lang="zh-CN" altLang="en-US" sz="14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165" name="Text Placeholder 2"/>
          <p:cNvSpPr txBox="1">
            <a:spLocks/>
          </p:cNvSpPr>
          <p:nvPr/>
        </p:nvSpPr>
        <p:spPr>
          <a:xfrm>
            <a:off x="6600218" y="3906950"/>
            <a:ext cx="1878096" cy="651936"/>
          </a:xfrm>
          <a:prstGeom prst="rect">
            <a:avLst/>
          </a:prstGeom>
        </p:spPr>
        <p:txBody>
          <a:bodyPr vert="horz" lIns="0" tIns="0" rIns="0" bIns="0" anchor="t"/>
          <a:lstStyle>
            <a:lvl1pPr marL="0" indent="0" algn="r" rtl="0" eaLnBrk="0" fontAlgn="base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002" kern="1200" baseline="0">
                <a:solidFill>
                  <a:schemeClr val="tx1">
                    <a:lumMod val="50000"/>
                    <a:lumOff val="50000"/>
                  </a:schemeClr>
                </a:solidFill>
                <a:latin typeface="Lato Regular"/>
                <a:ea typeface="+mn-ea"/>
                <a:cs typeface="Lato Regular"/>
              </a:defRPr>
            </a:lvl1pPr>
            <a:lvl2pPr marL="1041400" indent="-40005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4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604963" indent="-319088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3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247900" indent="-319088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890838" indent="-319088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534603" indent="-321327" algn="l" defTabSz="128530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4177258" indent="-321327" algn="l" defTabSz="128530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819911" indent="-321327" algn="l" defTabSz="128530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462567" indent="-321327" algn="l" defTabSz="1285309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0000"/>
              </a:lnSpc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微软雅黑"/>
                <a:cs typeface="+mn-ea"/>
                <a:sym typeface="Arial" panose="020B0604020202020204" pitchFamily="34" charset="0"/>
              </a:rPr>
              <a:t>Inference success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微软雅黑"/>
              <a:cs typeface="+mn-ea"/>
              <a:sym typeface="Arial" panose="020B0604020202020204" pitchFamily="34" charset="0"/>
            </a:endParaRPr>
          </a:p>
          <a:p>
            <a:pPr algn="l">
              <a:lnSpc>
                <a:spcPct val="120000"/>
              </a:lnSpc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微软雅黑"/>
                <a:cs typeface="+mn-ea"/>
              </a:rPr>
              <a:t>Inference failure</a:t>
            </a:r>
          </a:p>
          <a:p>
            <a:pPr algn="l">
              <a:lnSpc>
                <a:spcPct val="120000"/>
              </a:lnSpc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微软雅黑"/>
                <a:cs typeface="+mn-ea"/>
              </a:rPr>
              <a:t>Total/ crea</a:t>
            </a: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微软雅黑"/>
                <a:cs typeface="+mn-ea"/>
              </a:rPr>
              <a:t>ted /in progress</a:t>
            </a:r>
            <a:endParaRPr lang="en-US" altLang="zh-CN" sz="1200" dirty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微软雅黑"/>
              <a:cs typeface="+mn-ea"/>
            </a:endParaRPr>
          </a:p>
        </p:txBody>
      </p:sp>
      <p:grpSp>
        <p:nvGrpSpPr>
          <p:cNvPr id="43" name="组合 3"/>
          <p:cNvGrpSpPr/>
          <p:nvPr/>
        </p:nvGrpSpPr>
        <p:grpSpPr>
          <a:xfrm>
            <a:off x="293117" y="196803"/>
            <a:ext cx="1738697" cy="461665"/>
            <a:chOff x="585861" y="258195"/>
            <a:chExt cx="2318261" cy="615553"/>
          </a:xfrm>
        </p:grpSpPr>
        <p:sp>
          <p:nvSpPr>
            <p:cNvPr id="44" name="文本框 23"/>
            <p:cNvSpPr txBox="1"/>
            <p:nvPr/>
          </p:nvSpPr>
          <p:spPr>
            <a:xfrm>
              <a:off x="738316" y="258195"/>
              <a:ext cx="2165806" cy="615553"/>
            </a:xfrm>
            <a:prstGeom prst="rect">
              <a:avLst/>
            </a:prstGeom>
            <a:noFill/>
          </p:spPr>
          <p:txBody>
            <a:bodyPr wrap="none" lIns="91440" tIns="45720" rIns="91440" bIns="45720" rtlCol="0" anchor="t">
              <a:spAutoFit/>
            </a:bodyPr>
            <a:lstStyle/>
            <a:p>
              <a:r>
                <a:rPr lang="tr-TR" altLang="zh-CN" sz="2400" b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微软雅黑"/>
                </a:rPr>
                <a:t>Monitoring</a:t>
              </a:r>
              <a:endPara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</a:endParaRPr>
            </a:p>
          </p:txBody>
        </p:sp>
        <p:sp>
          <p:nvSpPr>
            <p:cNvPr id="45" name="等腰三角形 5"/>
            <p:cNvSpPr/>
            <p:nvPr/>
          </p:nvSpPr>
          <p:spPr>
            <a:xfrm rot="16200000" flipH="1" flipV="1">
              <a:off x="509927" y="489745"/>
              <a:ext cx="304323" cy="152455"/>
            </a:xfrm>
            <a:prstGeom prst="triangle">
              <a:avLst/>
            </a:prstGeom>
            <a:solidFill>
              <a:srgbClr val="00B0F0"/>
            </a:solidFill>
            <a:ln w="285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080808"/>
                </a:solidFill>
                <a:ea typeface="微软雅黑" panose="020B0503020204020204" pitchFamily="34" charset="-122"/>
              </a:endParaRPr>
            </a:p>
          </p:txBody>
        </p:sp>
      </p:grpSp>
      <p:pic>
        <p:nvPicPr>
          <p:cNvPr id="2" name="Image 1">
            <a:extLst>
              <a:ext uri="{FF2B5EF4-FFF2-40B4-BE49-F238E27FC236}">
                <a16:creationId xmlns:a16="http://schemas.microsoft.com/office/drawing/2014/main" id="{8339740D-CDBE-C6FA-EA3A-A1C786162A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4980" y="666750"/>
            <a:ext cx="2952750" cy="38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2039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0">
        <p14:doors dir="vert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25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1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5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25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5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00"/>
                            </p:stCondLst>
                            <p:childTnLst>
                              <p:par>
                                <p:cTn id="3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400" fill="hold"/>
                                        <p:tgtEl>
                                          <p:spTgt spid="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1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900"/>
                            </p:stCondLst>
                            <p:childTnLst>
                              <p:par>
                                <p:cTn id="4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400" fill="hold"/>
                                        <p:tgtEl>
                                          <p:spTgt spid="1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400" fill="hold"/>
                                        <p:tgtEl>
                                          <p:spTgt spid="1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400"/>
                                        <p:tgtEl>
                                          <p:spTgt spid="1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2300"/>
                            </p:stCondLst>
                            <p:childTnLst>
                              <p:par>
                                <p:cTn id="4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400" fill="hold"/>
                                        <p:tgtEl>
                                          <p:spTgt spid="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400" fill="hold"/>
                                        <p:tgtEl>
                                          <p:spTgt spid="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400"/>
                                        <p:tgtEl>
                                          <p:spTgt spid="16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700"/>
                            </p:stCondLst>
                            <p:childTnLst>
                              <p:par>
                                <p:cTn id="5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400" fill="hold"/>
                                        <p:tgtEl>
                                          <p:spTgt spid="1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400" fill="hold"/>
                                        <p:tgtEl>
                                          <p:spTgt spid="1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16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3100"/>
                            </p:stCondLst>
                            <p:childTnLst>
                              <p:par>
                                <p:cTn id="5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400" fill="hold"/>
                                        <p:tgtEl>
                                          <p:spTgt spid="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400" fill="hold"/>
                                        <p:tgtEl>
                                          <p:spTgt spid="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400"/>
                                        <p:tgtEl>
                                          <p:spTgt spid="16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>
                            <p:stCondLst>
                              <p:cond delay="3500"/>
                            </p:stCondLst>
                            <p:childTnLst>
                              <p:par>
                                <p:cTn id="6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400" fill="hold"/>
                                        <p:tgtEl>
                                          <p:spTgt spid="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400" fill="hold"/>
                                        <p:tgtEl>
                                          <p:spTgt spid="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400"/>
                                        <p:tgtEl>
                                          <p:spTgt spid="1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900"/>
                            </p:stCondLst>
                            <p:childTnLst>
                              <p:par>
                                <p:cTn id="7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400" fill="hold"/>
                                        <p:tgtEl>
                                          <p:spTgt spid="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400" fill="hold"/>
                                        <p:tgtEl>
                                          <p:spTgt spid="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1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4300"/>
                            </p:stCondLst>
                            <p:childTnLst>
                              <p:par>
                                <p:cTn id="7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8" dur="400" fill="hold"/>
                                        <p:tgtEl>
                                          <p:spTgt spid="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400" fill="hold"/>
                                        <p:tgtEl>
                                          <p:spTgt spid="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0" dur="400"/>
                                        <p:tgtEl>
                                          <p:spTgt spid="1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4700"/>
                            </p:stCondLst>
                            <p:childTnLst>
                              <p:par>
                                <p:cTn id="8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4" dur="400" fill="hold"/>
                                        <p:tgtEl>
                                          <p:spTgt spid="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400" fill="hold"/>
                                        <p:tgtEl>
                                          <p:spTgt spid="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400"/>
                                        <p:tgtEl>
                                          <p:spTgt spid="1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5100"/>
                            </p:stCondLst>
                            <p:childTnLst>
                              <p:par>
                                <p:cTn id="8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0" dur="400" fill="hold"/>
                                        <p:tgtEl>
                                          <p:spTgt spid="1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400" fill="hold"/>
                                        <p:tgtEl>
                                          <p:spTgt spid="1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2" dur="400"/>
                                        <p:tgtEl>
                                          <p:spTgt spid="1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>
                            <p:stCondLst>
                              <p:cond delay="5500"/>
                            </p:stCondLst>
                            <p:childTnLst>
                              <p:par>
                                <p:cTn id="94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400" fill="hold"/>
                                        <p:tgtEl>
                                          <p:spTgt spid="1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400" fill="hold"/>
                                        <p:tgtEl>
                                          <p:spTgt spid="1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8" dur="400"/>
                                        <p:tgtEl>
                                          <p:spTgt spid="16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0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0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400" fill="hold"/>
                        <p:tgtEl>
                          <p:spTgt spid="160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160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400"/>
                        <p:tgtEl>
                          <p:spTgt spid="160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2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2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400" fill="hold"/>
                        <p:tgtEl>
                          <p:spTgt spid="162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162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400"/>
                        <p:tgtEl>
                          <p:spTgt spid="162"/>
                        </p:tgtEl>
                      </p:cBhvr>
                    </p:animEffect>
                  </p:childTnLst>
                </p:cTn>
              </p:par>
            </p:tnLst>
          </p:tmpl>
        </p:tmplLst>
      </p:bldP>
      <p:bldP spid="164" grpId="0" build="p">
        <p:tmplLst>
          <p:tmpl lvl="1">
            <p:tnLst>
              <p:par>
                <p:cTn presetID="53" presetClass="entr" presetSubtype="16" fill="hold" nodeType="afterEffect">
                  <p:stCondLst>
                    <p:cond delay="0"/>
                  </p:stCondLst>
                  <p:childTnLst>
                    <p:set>
                      <p:cBhvr>
                        <p:cTn dur="1" fill="hold">
                          <p:stCondLst>
                            <p:cond delay="0"/>
                          </p:stCondLst>
                        </p:cTn>
                        <p:tgtEl>
                          <p:spTgt spid="164"/>
                        </p:tgtEl>
                        <p:attrNameLst>
                          <p:attrName>style.visibility</p:attrName>
                        </p:attrNameLst>
                      </p:cBhvr>
                      <p:to>
                        <p:strVal val="visible"/>
                      </p:to>
                    </p:set>
                    <p:anim calcmode="lin" valueType="num">
                      <p:cBhvr>
                        <p:cTn dur="400" fill="hold"/>
                        <p:tgtEl>
                          <p:spTgt spid="164"/>
                        </p:tgtEl>
                        <p:attrNameLst>
                          <p:attrName>ppt_w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w"/>
                          </p:val>
                        </p:tav>
                      </p:tavLst>
                    </p:anim>
                    <p:anim calcmode="lin" valueType="num">
                      <p:cBhvr>
                        <p:cTn dur="400" fill="hold"/>
                        <p:tgtEl>
                          <p:spTgt spid="164"/>
                        </p:tgtEl>
                        <p:attrNameLst>
                          <p:attrName>ppt_h</p:attrName>
                        </p:attrNameLst>
                      </p:cBhvr>
                      <p:tavLst>
                        <p:tav tm="0">
                          <p:val>
                            <p:fltVal val="0"/>
                          </p:val>
                        </p:tav>
                        <p:tav tm="100000">
                          <p:val>
                            <p:strVal val="#ppt_h"/>
                          </p:val>
                        </p:tav>
                      </p:tavLst>
                    </p:anim>
                    <p:animEffect transition="in" filter="fade">
                      <p:cBhvr>
                        <p:cTn dur="400"/>
                        <p:tgtEl>
                          <p:spTgt spid="164"/>
                        </p:tgtEl>
                      </p:cBhvr>
                    </p:animEffect>
                  </p:childTnLst>
                </p:cTn>
              </p:par>
            </p:tnLst>
          </p:tmpl>
        </p:tmplLst>
      </p:bldP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C9159A-0514-7428-F64B-C8A4A6D5F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3">
            <a:extLst>
              <a:ext uri="{FF2B5EF4-FFF2-40B4-BE49-F238E27FC236}">
                <a16:creationId xmlns:a16="http://schemas.microsoft.com/office/drawing/2014/main" id="{167F72D8-A306-9B00-3EA8-EF40473A3DEF}"/>
              </a:ext>
            </a:extLst>
          </p:cNvPr>
          <p:cNvGrpSpPr/>
          <p:nvPr/>
        </p:nvGrpSpPr>
        <p:grpSpPr>
          <a:xfrm>
            <a:off x="293117" y="196803"/>
            <a:ext cx="1738696" cy="461665"/>
            <a:chOff x="585861" y="258195"/>
            <a:chExt cx="2318263" cy="615553"/>
          </a:xfrm>
        </p:grpSpPr>
        <p:sp>
          <p:nvSpPr>
            <p:cNvPr id="44" name="文本框 23">
              <a:extLst>
                <a:ext uri="{FF2B5EF4-FFF2-40B4-BE49-F238E27FC236}">
                  <a16:creationId xmlns:a16="http://schemas.microsoft.com/office/drawing/2014/main" id="{71EE22EE-060E-17BE-98AF-53205246D8C6}"/>
                </a:ext>
              </a:extLst>
            </p:cNvPr>
            <p:cNvSpPr txBox="1"/>
            <p:nvPr/>
          </p:nvSpPr>
          <p:spPr>
            <a:xfrm>
              <a:off x="738316" y="258195"/>
              <a:ext cx="2165808" cy="615553"/>
            </a:xfrm>
            <a:prstGeom prst="rect">
              <a:avLst/>
            </a:prstGeom>
            <a:noFill/>
          </p:spPr>
          <p:txBody>
            <a:bodyPr wrap="none" lIns="91440" tIns="45720" rIns="91440" bIns="45720" rtlCol="0" anchor="t">
              <a:spAutoFit/>
            </a:bodyPr>
            <a:lstStyle/>
            <a:p>
              <a:r>
                <a:rPr lang="tr-TR" altLang="zh-CN" sz="2400" b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微软雅黑"/>
                </a:rPr>
                <a:t>Monitoring</a:t>
              </a:r>
              <a:endParaRPr lang="fr-FR" altLang="zh-CN"/>
            </a:p>
          </p:txBody>
        </p:sp>
        <p:sp>
          <p:nvSpPr>
            <p:cNvPr id="45" name="等腰三角形 5">
              <a:extLst>
                <a:ext uri="{FF2B5EF4-FFF2-40B4-BE49-F238E27FC236}">
                  <a16:creationId xmlns:a16="http://schemas.microsoft.com/office/drawing/2014/main" id="{29711784-E21A-291F-785E-EB4EA9E3F16F}"/>
                </a:ext>
              </a:extLst>
            </p:cNvPr>
            <p:cNvSpPr/>
            <p:nvPr/>
          </p:nvSpPr>
          <p:spPr>
            <a:xfrm rot="16200000" flipH="1" flipV="1">
              <a:off x="509927" y="489745"/>
              <a:ext cx="304323" cy="152455"/>
            </a:xfrm>
            <a:prstGeom prst="triangle">
              <a:avLst/>
            </a:prstGeom>
            <a:solidFill>
              <a:srgbClr val="00B0F0"/>
            </a:solidFill>
            <a:ln w="285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080808"/>
                </a:solidFill>
                <a:ea typeface="微软雅黑" panose="020B0503020204020204" pitchFamily="34" charset="-122"/>
              </a:endParaRPr>
            </a:p>
          </p:txBody>
        </p:sp>
      </p:grpSp>
      <p:pic>
        <p:nvPicPr>
          <p:cNvPr id="2" name="Image 1">
            <a:extLst>
              <a:ext uri="{FF2B5EF4-FFF2-40B4-BE49-F238E27FC236}">
                <a16:creationId xmlns:a16="http://schemas.microsoft.com/office/drawing/2014/main" id="{786AD3F8-429B-3DC3-D4D4-B0A531BA7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192" y="663492"/>
            <a:ext cx="2200275" cy="447675"/>
          </a:xfrm>
          <a:prstGeom prst="rect">
            <a:avLst/>
          </a:prstGeom>
        </p:spPr>
      </p:pic>
      <p:pic>
        <p:nvPicPr>
          <p:cNvPr id="3" name="Image 2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62F399ED-88FA-C1BA-4355-C2EB33BB89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8419" y="1118436"/>
            <a:ext cx="6162675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306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0">
        <p14:doors dir="vert"/>
      </p:transition>
    </mc:Choice>
    <mc:Fallback xmlns="">
      <p:transition spd="slow" advTm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41AB1E-0712-AE3C-2CE8-A45B73CF74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3">
            <a:extLst>
              <a:ext uri="{FF2B5EF4-FFF2-40B4-BE49-F238E27FC236}">
                <a16:creationId xmlns:a16="http://schemas.microsoft.com/office/drawing/2014/main" id="{744E307E-93DA-2495-9A40-D440680091F1}"/>
              </a:ext>
            </a:extLst>
          </p:cNvPr>
          <p:cNvGrpSpPr/>
          <p:nvPr/>
        </p:nvGrpSpPr>
        <p:grpSpPr>
          <a:xfrm>
            <a:off x="293117" y="196803"/>
            <a:ext cx="1738696" cy="461665"/>
            <a:chOff x="585861" y="258195"/>
            <a:chExt cx="2318263" cy="615553"/>
          </a:xfrm>
        </p:grpSpPr>
        <p:sp>
          <p:nvSpPr>
            <p:cNvPr id="44" name="文本框 23">
              <a:extLst>
                <a:ext uri="{FF2B5EF4-FFF2-40B4-BE49-F238E27FC236}">
                  <a16:creationId xmlns:a16="http://schemas.microsoft.com/office/drawing/2014/main" id="{61338E99-7FB4-812C-7E47-8841115FD8D8}"/>
                </a:ext>
              </a:extLst>
            </p:cNvPr>
            <p:cNvSpPr txBox="1"/>
            <p:nvPr/>
          </p:nvSpPr>
          <p:spPr>
            <a:xfrm>
              <a:off x="738316" y="258195"/>
              <a:ext cx="2165808" cy="615553"/>
            </a:xfrm>
            <a:prstGeom prst="rect">
              <a:avLst/>
            </a:prstGeom>
            <a:noFill/>
          </p:spPr>
          <p:txBody>
            <a:bodyPr wrap="none" lIns="91440" tIns="45720" rIns="91440" bIns="45720" rtlCol="0" anchor="t">
              <a:spAutoFit/>
            </a:bodyPr>
            <a:lstStyle/>
            <a:p>
              <a:r>
                <a:rPr lang="tr-TR" altLang="zh-CN" sz="2400" b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微软雅黑"/>
                </a:rPr>
                <a:t>Monitoring</a:t>
              </a:r>
              <a:endParaRPr lang="fr-FR" altLang="zh-CN"/>
            </a:p>
          </p:txBody>
        </p:sp>
        <p:sp>
          <p:nvSpPr>
            <p:cNvPr id="45" name="等腰三角形 5">
              <a:extLst>
                <a:ext uri="{FF2B5EF4-FFF2-40B4-BE49-F238E27FC236}">
                  <a16:creationId xmlns:a16="http://schemas.microsoft.com/office/drawing/2014/main" id="{FF0FBA2F-50B8-BDDC-68DE-495A16D1AC28}"/>
                </a:ext>
              </a:extLst>
            </p:cNvPr>
            <p:cNvSpPr/>
            <p:nvPr/>
          </p:nvSpPr>
          <p:spPr>
            <a:xfrm rot="16200000" flipH="1" flipV="1">
              <a:off x="509927" y="489745"/>
              <a:ext cx="304323" cy="152455"/>
            </a:xfrm>
            <a:prstGeom prst="triangle">
              <a:avLst/>
            </a:prstGeom>
            <a:solidFill>
              <a:srgbClr val="00B0F0"/>
            </a:solidFill>
            <a:ln w="285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080808"/>
                </a:solidFill>
                <a:ea typeface="微软雅黑" panose="020B0503020204020204" pitchFamily="34" charset="-122"/>
              </a:endParaRPr>
            </a:p>
          </p:txBody>
        </p:sp>
      </p:grpSp>
      <p:pic>
        <p:nvPicPr>
          <p:cNvPr id="2" name="Image 1">
            <a:extLst>
              <a:ext uri="{FF2B5EF4-FFF2-40B4-BE49-F238E27FC236}">
                <a16:creationId xmlns:a16="http://schemas.microsoft.com/office/drawing/2014/main" id="{489675AB-39CF-D3AA-0AE1-1344A6760F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0192" y="663492"/>
            <a:ext cx="2200275" cy="447675"/>
          </a:xfrm>
          <a:prstGeom prst="rect">
            <a:avLst/>
          </a:prstGeom>
        </p:spPr>
      </p:pic>
      <p:pic>
        <p:nvPicPr>
          <p:cNvPr id="4" name="Image 3" descr="Une image contenant texte, capture d’écran, affichage, nombre&#10;&#10;Le contenu généré par l’IA peut être incorrect.">
            <a:extLst>
              <a:ext uri="{FF2B5EF4-FFF2-40B4-BE49-F238E27FC236}">
                <a16:creationId xmlns:a16="http://schemas.microsoft.com/office/drawing/2014/main" id="{2C9DA349-465A-F73E-CB58-6859447A85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8675" y="1178988"/>
            <a:ext cx="5953125" cy="3743325"/>
          </a:xfrm>
          <a:prstGeom prst="rect">
            <a:avLst/>
          </a:prstGeom>
        </p:spPr>
      </p:pic>
      <p:pic>
        <p:nvPicPr>
          <p:cNvPr id="5" name="Image 4" descr="Une image contenant Police, texte, blanc, Graphique&#10;&#10;Le contenu généré par l’IA peut être incorrect.">
            <a:extLst>
              <a:ext uri="{FF2B5EF4-FFF2-40B4-BE49-F238E27FC236}">
                <a16:creationId xmlns:a16="http://schemas.microsoft.com/office/drawing/2014/main" id="{64BCA338-5521-122C-0CE3-065670481D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037" y="1589995"/>
            <a:ext cx="1675040" cy="469447"/>
          </a:xfrm>
          <a:prstGeom prst="rect">
            <a:avLst/>
          </a:prstGeom>
        </p:spPr>
      </p:pic>
      <p:sp>
        <p:nvSpPr>
          <p:cNvPr id="6" name="ZoneTexte 5">
            <a:extLst>
              <a:ext uri="{FF2B5EF4-FFF2-40B4-BE49-F238E27FC236}">
                <a16:creationId xmlns:a16="http://schemas.microsoft.com/office/drawing/2014/main" id="{94E9700C-9048-1C7E-2722-217ACF622DA1}"/>
              </a:ext>
            </a:extLst>
          </p:cNvPr>
          <p:cNvSpPr txBox="1"/>
          <p:nvPr/>
        </p:nvSpPr>
        <p:spPr>
          <a:xfrm>
            <a:off x="498021" y="2261507"/>
            <a:ext cx="2318658" cy="71558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/>
              <a:t>Drift is detected for 55.08% </a:t>
            </a:r>
            <a:endParaRPr lang="fr-FR"/>
          </a:p>
          <a:p>
            <a:r>
              <a:rPr lang="en-US" b="1"/>
              <a:t>of columns (309 out of 561).</a:t>
            </a:r>
            <a:endParaRPr lang="en-US"/>
          </a:p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3267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0">
        <p14:doors dir="vert"/>
      </p:transition>
    </mc:Choice>
    <mc:Fallback xmlns="">
      <p:transition spd="slow" advTm="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3"/>
          <p:cNvGrpSpPr/>
          <p:nvPr/>
        </p:nvGrpSpPr>
        <p:grpSpPr>
          <a:xfrm>
            <a:off x="3607063" y="1058649"/>
            <a:ext cx="2125278" cy="1954450"/>
            <a:chOff x="5807955" y="4605844"/>
            <a:chExt cx="1524698" cy="1402144"/>
          </a:xfrm>
        </p:grpSpPr>
        <p:sp>
          <p:nvSpPr>
            <p:cNvPr id="13" name="文本框 5"/>
            <p:cNvSpPr txBox="1"/>
            <p:nvPr/>
          </p:nvSpPr>
          <p:spPr>
            <a:xfrm>
              <a:off x="6641266" y="4954902"/>
              <a:ext cx="691387" cy="728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6000" b="1" dirty="0">
                  <a:ea typeface="站酷高端黑" panose="02010600030101010101" pitchFamily="2" charset="-122"/>
                </a:rPr>
                <a:t>0</a:t>
              </a:r>
              <a:r>
                <a:rPr lang="tr-TR" altLang="zh-CN" sz="6000" b="1" dirty="0">
                  <a:ea typeface="站酷高端黑" panose="02010600030101010101" pitchFamily="2" charset="-122"/>
                </a:rPr>
                <a:t>3</a:t>
              </a:r>
              <a:endParaRPr lang="zh-CN" altLang="en-US" sz="6000" b="1" dirty="0">
                <a:ea typeface="站酷高端黑" panose="02010600030101010101" pitchFamily="2" charset="-122"/>
              </a:endParaRPr>
            </a:p>
          </p:txBody>
        </p:sp>
        <p:sp>
          <p:nvSpPr>
            <p:cNvPr id="14" name="弧形 5"/>
            <p:cNvSpPr/>
            <p:nvPr/>
          </p:nvSpPr>
          <p:spPr>
            <a:xfrm rot="2700000">
              <a:off x="5884495" y="4686150"/>
              <a:ext cx="1249065" cy="1249065"/>
            </a:xfrm>
            <a:prstGeom prst="arc">
              <a:avLst>
                <a:gd name="adj1" fmla="val 20887794"/>
                <a:gd name="adj2" fmla="val 16988131"/>
              </a:avLst>
            </a:prstGeom>
            <a:ln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8C864"/>
                </a:solidFill>
              </a:endParaRPr>
            </a:p>
          </p:txBody>
        </p:sp>
        <p:sp>
          <p:nvSpPr>
            <p:cNvPr id="15" name="弦形 6"/>
            <p:cNvSpPr/>
            <p:nvPr/>
          </p:nvSpPr>
          <p:spPr>
            <a:xfrm>
              <a:off x="5807955" y="4605844"/>
              <a:ext cx="1402144" cy="1402144"/>
            </a:xfrm>
            <a:prstGeom prst="chord">
              <a:avLst>
                <a:gd name="adj1" fmla="val 4720851"/>
                <a:gd name="adj2" fmla="val 11040325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8C864"/>
                </a:solidFill>
              </a:endParaRPr>
            </a:p>
          </p:txBody>
        </p:sp>
      </p:grpSp>
      <p:sp>
        <p:nvSpPr>
          <p:cNvPr id="16" name="矩形 69"/>
          <p:cNvSpPr>
            <a:spLocks noChangeArrowheads="1"/>
          </p:cNvSpPr>
          <p:nvPr/>
        </p:nvSpPr>
        <p:spPr bwMode="auto">
          <a:xfrm>
            <a:off x="3172691" y="3163483"/>
            <a:ext cx="303414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tr-TR" altLang="zh-CN" sz="3000" b="1">
                <a:solidFill>
                  <a:srgbClr val="ED7D31"/>
                </a:solidFill>
                <a:latin typeface="+mn-lt"/>
                <a:ea typeface="微软雅黑"/>
                <a:sym typeface="微软雅黑" panose="020B0503020204020204" pitchFamily="34" charset="-122"/>
              </a:rPr>
              <a:t>Optimisation</a:t>
            </a:r>
            <a:endParaRPr lang="en-US" altLang="zh-CN" sz="3000" b="1" dirty="0">
              <a:solidFill>
                <a:srgbClr val="ED7D31"/>
              </a:solidFill>
              <a:latin typeface="+mn-lt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17" name="直接连接符 9"/>
          <p:cNvCxnSpPr/>
          <p:nvPr/>
        </p:nvCxnSpPr>
        <p:spPr>
          <a:xfrm>
            <a:off x="1907704" y="3440482"/>
            <a:ext cx="1368152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0"/>
          <p:cNvCxnSpPr/>
          <p:nvPr/>
        </p:nvCxnSpPr>
        <p:spPr>
          <a:xfrm>
            <a:off x="6084168" y="3440482"/>
            <a:ext cx="129614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61428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 advTm="0">
        <p15:prstTrans prst="origami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156"/>
          <p:cNvGrpSpPr/>
          <p:nvPr/>
        </p:nvGrpSpPr>
        <p:grpSpPr>
          <a:xfrm>
            <a:off x="1170082" y="1686255"/>
            <a:ext cx="3378793" cy="2882500"/>
            <a:chOff x="3534332" y="1723527"/>
            <a:chExt cx="5122595" cy="4370164"/>
          </a:xfrm>
        </p:grpSpPr>
        <p:sp>
          <p:nvSpPr>
            <p:cNvPr id="9" name="Freeform 5"/>
            <p:cNvSpPr>
              <a:spLocks noEditPoints="1"/>
            </p:cNvSpPr>
            <p:nvPr/>
          </p:nvSpPr>
          <p:spPr bwMode="auto">
            <a:xfrm>
              <a:off x="4014228" y="2113813"/>
              <a:ext cx="4205016" cy="2151386"/>
            </a:xfrm>
            <a:custGeom>
              <a:avLst/>
              <a:gdLst>
                <a:gd name="T0" fmla="*/ 5626 w 5678"/>
                <a:gd name="T1" fmla="*/ 2815 h 2905"/>
                <a:gd name="T2" fmla="*/ 5572 w 5678"/>
                <a:gd name="T3" fmla="*/ 2673 h 2905"/>
                <a:gd name="T4" fmla="*/ 5520 w 5678"/>
                <a:gd name="T5" fmla="*/ 2531 h 2905"/>
                <a:gd name="T6" fmla="*/ 5465 w 5678"/>
                <a:gd name="T7" fmla="*/ 2389 h 2905"/>
                <a:gd name="T8" fmla="*/ 5413 w 5678"/>
                <a:gd name="T9" fmla="*/ 2247 h 2905"/>
                <a:gd name="T10" fmla="*/ 5359 w 5678"/>
                <a:gd name="T11" fmla="*/ 2105 h 2905"/>
                <a:gd name="T12" fmla="*/ 5307 w 5678"/>
                <a:gd name="T13" fmla="*/ 1963 h 2905"/>
                <a:gd name="T14" fmla="*/ 5253 w 5678"/>
                <a:gd name="T15" fmla="*/ 1822 h 2905"/>
                <a:gd name="T16" fmla="*/ 5201 w 5678"/>
                <a:gd name="T17" fmla="*/ 1682 h 2905"/>
                <a:gd name="T18" fmla="*/ 5146 w 5678"/>
                <a:gd name="T19" fmla="*/ 1540 h 2905"/>
                <a:gd name="T20" fmla="*/ 5092 w 5678"/>
                <a:gd name="T21" fmla="*/ 1398 h 2905"/>
                <a:gd name="T22" fmla="*/ 5040 w 5678"/>
                <a:gd name="T23" fmla="*/ 1256 h 2905"/>
                <a:gd name="T24" fmla="*/ 4985 w 5678"/>
                <a:gd name="T25" fmla="*/ 1114 h 2905"/>
                <a:gd name="T26" fmla="*/ 4933 w 5678"/>
                <a:gd name="T27" fmla="*/ 972 h 2905"/>
                <a:gd name="T28" fmla="*/ 4905 w 5678"/>
                <a:gd name="T29" fmla="*/ 845 h 2905"/>
                <a:gd name="T30" fmla="*/ 4765 w 5678"/>
                <a:gd name="T31" fmla="*/ 807 h 2905"/>
                <a:gd name="T32" fmla="*/ 4626 w 5678"/>
                <a:gd name="T33" fmla="*/ 750 h 2905"/>
                <a:gd name="T34" fmla="*/ 4484 w 5678"/>
                <a:gd name="T35" fmla="*/ 693 h 2905"/>
                <a:gd name="T36" fmla="*/ 4345 w 5678"/>
                <a:gd name="T37" fmla="*/ 637 h 2905"/>
                <a:gd name="T38" fmla="*/ 4205 w 5678"/>
                <a:gd name="T39" fmla="*/ 580 h 2905"/>
                <a:gd name="T40" fmla="*/ 4063 w 5678"/>
                <a:gd name="T41" fmla="*/ 523 h 2905"/>
                <a:gd name="T42" fmla="*/ 3924 w 5678"/>
                <a:gd name="T43" fmla="*/ 466 h 2905"/>
                <a:gd name="T44" fmla="*/ 3784 w 5678"/>
                <a:gd name="T45" fmla="*/ 410 h 2905"/>
                <a:gd name="T46" fmla="*/ 3642 w 5678"/>
                <a:gd name="T47" fmla="*/ 353 h 2905"/>
                <a:gd name="T48" fmla="*/ 3503 w 5678"/>
                <a:gd name="T49" fmla="*/ 296 h 2905"/>
                <a:gd name="T50" fmla="*/ 3363 w 5678"/>
                <a:gd name="T51" fmla="*/ 239 h 2905"/>
                <a:gd name="T52" fmla="*/ 3224 w 5678"/>
                <a:gd name="T53" fmla="*/ 182 h 2905"/>
                <a:gd name="T54" fmla="*/ 3082 w 5678"/>
                <a:gd name="T55" fmla="*/ 126 h 2905"/>
                <a:gd name="T56" fmla="*/ 2942 w 5678"/>
                <a:gd name="T57" fmla="*/ 69 h 2905"/>
                <a:gd name="T58" fmla="*/ 2807 w 5678"/>
                <a:gd name="T59" fmla="*/ 19 h 2905"/>
                <a:gd name="T60" fmla="*/ 2666 w 5678"/>
                <a:gd name="T61" fmla="*/ 71 h 2905"/>
                <a:gd name="T62" fmla="*/ 2524 w 5678"/>
                <a:gd name="T63" fmla="*/ 123 h 2905"/>
                <a:gd name="T64" fmla="*/ 2382 w 5678"/>
                <a:gd name="T65" fmla="*/ 175 h 2905"/>
                <a:gd name="T66" fmla="*/ 2240 w 5678"/>
                <a:gd name="T67" fmla="*/ 227 h 2905"/>
                <a:gd name="T68" fmla="*/ 2098 w 5678"/>
                <a:gd name="T69" fmla="*/ 279 h 2905"/>
                <a:gd name="T70" fmla="*/ 1956 w 5678"/>
                <a:gd name="T71" fmla="*/ 331 h 2905"/>
                <a:gd name="T72" fmla="*/ 1814 w 5678"/>
                <a:gd name="T73" fmla="*/ 384 h 2905"/>
                <a:gd name="T74" fmla="*/ 1672 w 5678"/>
                <a:gd name="T75" fmla="*/ 436 h 2905"/>
                <a:gd name="T76" fmla="*/ 1530 w 5678"/>
                <a:gd name="T77" fmla="*/ 488 h 2905"/>
                <a:gd name="T78" fmla="*/ 1389 w 5678"/>
                <a:gd name="T79" fmla="*/ 540 h 2905"/>
                <a:gd name="T80" fmla="*/ 1247 w 5678"/>
                <a:gd name="T81" fmla="*/ 594 h 2905"/>
                <a:gd name="T82" fmla="*/ 1105 w 5678"/>
                <a:gd name="T83" fmla="*/ 646 h 2905"/>
                <a:gd name="T84" fmla="*/ 963 w 5678"/>
                <a:gd name="T85" fmla="*/ 698 h 2905"/>
                <a:gd name="T86" fmla="*/ 821 w 5678"/>
                <a:gd name="T87" fmla="*/ 750 h 2905"/>
                <a:gd name="T88" fmla="*/ 745 w 5678"/>
                <a:gd name="T89" fmla="*/ 859 h 2905"/>
                <a:gd name="T90" fmla="*/ 693 w 5678"/>
                <a:gd name="T91" fmla="*/ 1001 h 2905"/>
                <a:gd name="T92" fmla="*/ 641 w 5678"/>
                <a:gd name="T93" fmla="*/ 1143 h 2905"/>
                <a:gd name="T94" fmla="*/ 587 w 5678"/>
                <a:gd name="T95" fmla="*/ 1285 h 2905"/>
                <a:gd name="T96" fmla="*/ 535 w 5678"/>
                <a:gd name="T97" fmla="*/ 1427 h 2905"/>
                <a:gd name="T98" fmla="*/ 480 w 5678"/>
                <a:gd name="T99" fmla="*/ 1568 h 2905"/>
                <a:gd name="T100" fmla="*/ 428 w 5678"/>
                <a:gd name="T101" fmla="*/ 1710 h 2905"/>
                <a:gd name="T102" fmla="*/ 376 w 5678"/>
                <a:gd name="T103" fmla="*/ 1852 h 2905"/>
                <a:gd name="T104" fmla="*/ 322 w 5678"/>
                <a:gd name="T105" fmla="*/ 1994 h 2905"/>
                <a:gd name="T106" fmla="*/ 270 w 5678"/>
                <a:gd name="T107" fmla="*/ 2136 h 2905"/>
                <a:gd name="T108" fmla="*/ 218 w 5678"/>
                <a:gd name="T109" fmla="*/ 2278 h 2905"/>
                <a:gd name="T110" fmla="*/ 164 w 5678"/>
                <a:gd name="T111" fmla="*/ 2420 h 2905"/>
                <a:gd name="T112" fmla="*/ 112 w 5678"/>
                <a:gd name="T113" fmla="*/ 2562 h 2905"/>
                <a:gd name="T114" fmla="*/ 60 w 5678"/>
                <a:gd name="T115" fmla="*/ 2704 h 29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5678" h="2905">
                  <a:moveTo>
                    <a:pt x="5652" y="2886"/>
                  </a:moveTo>
                  <a:lnTo>
                    <a:pt x="5662" y="2905"/>
                  </a:lnTo>
                  <a:lnTo>
                    <a:pt x="5678" y="2900"/>
                  </a:lnTo>
                  <a:lnTo>
                    <a:pt x="5671" y="2879"/>
                  </a:lnTo>
                  <a:lnTo>
                    <a:pt x="5652" y="2886"/>
                  </a:lnTo>
                  <a:close/>
                  <a:moveTo>
                    <a:pt x="5626" y="2815"/>
                  </a:moveTo>
                  <a:lnTo>
                    <a:pt x="5640" y="2850"/>
                  </a:lnTo>
                  <a:lnTo>
                    <a:pt x="5657" y="2843"/>
                  </a:lnTo>
                  <a:lnTo>
                    <a:pt x="5643" y="2808"/>
                  </a:lnTo>
                  <a:lnTo>
                    <a:pt x="5626" y="2815"/>
                  </a:lnTo>
                  <a:close/>
                  <a:moveTo>
                    <a:pt x="5600" y="2744"/>
                  </a:moveTo>
                  <a:lnTo>
                    <a:pt x="5612" y="2779"/>
                  </a:lnTo>
                  <a:lnTo>
                    <a:pt x="5631" y="2772"/>
                  </a:lnTo>
                  <a:lnTo>
                    <a:pt x="5617" y="2737"/>
                  </a:lnTo>
                  <a:lnTo>
                    <a:pt x="5600" y="2744"/>
                  </a:lnTo>
                  <a:close/>
                  <a:moveTo>
                    <a:pt x="5572" y="2673"/>
                  </a:moveTo>
                  <a:lnTo>
                    <a:pt x="5586" y="2708"/>
                  </a:lnTo>
                  <a:lnTo>
                    <a:pt x="5605" y="2701"/>
                  </a:lnTo>
                  <a:lnTo>
                    <a:pt x="5591" y="2666"/>
                  </a:lnTo>
                  <a:lnTo>
                    <a:pt x="5572" y="2673"/>
                  </a:lnTo>
                  <a:close/>
                  <a:moveTo>
                    <a:pt x="5546" y="2602"/>
                  </a:moveTo>
                  <a:lnTo>
                    <a:pt x="5560" y="2638"/>
                  </a:lnTo>
                  <a:lnTo>
                    <a:pt x="5577" y="2630"/>
                  </a:lnTo>
                  <a:lnTo>
                    <a:pt x="5565" y="2595"/>
                  </a:lnTo>
                  <a:lnTo>
                    <a:pt x="5546" y="2602"/>
                  </a:lnTo>
                  <a:close/>
                  <a:moveTo>
                    <a:pt x="5520" y="2531"/>
                  </a:moveTo>
                  <a:lnTo>
                    <a:pt x="5532" y="2567"/>
                  </a:lnTo>
                  <a:lnTo>
                    <a:pt x="5551" y="2559"/>
                  </a:lnTo>
                  <a:lnTo>
                    <a:pt x="5536" y="2524"/>
                  </a:lnTo>
                  <a:lnTo>
                    <a:pt x="5520" y="2531"/>
                  </a:lnTo>
                  <a:close/>
                  <a:moveTo>
                    <a:pt x="5494" y="2460"/>
                  </a:moveTo>
                  <a:lnTo>
                    <a:pt x="5506" y="2496"/>
                  </a:lnTo>
                  <a:lnTo>
                    <a:pt x="5525" y="2489"/>
                  </a:lnTo>
                  <a:lnTo>
                    <a:pt x="5510" y="2453"/>
                  </a:lnTo>
                  <a:lnTo>
                    <a:pt x="5494" y="2460"/>
                  </a:lnTo>
                  <a:close/>
                  <a:moveTo>
                    <a:pt x="5465" y="2389"/>
                  </a:moveTo>
                  <a:lnTo>
                    <a:pt x="5480" y="2425"/>
                  </a:lnTo>
                  <a:lnTo>
                    <a:pt x="5496" y="2418"/>
                  </a:lnTo>
                  <a:lnTo>
                    <a:pt x="5484" y="2382"/>
                  </a:lnTo>
                  <a:lnTo>
                    <a:pt x="5465" y="2389"/>
                  </a:lnTo>
                  <a:close/>
                  <a:moveTo>
                    <a:pt x="5439" y="2318"/>
                  </a:moveTo>
                  <a:lnTo>
                    <a:pt x="5454" y="2354"/>
                  </a:lnTo>
                  <a:lnTo>
                    <a:pt x="5470" y="2347"/>
                  </a:lnTo>
                  <a:lnTo>
                    <a:pt x="5458" y="2311"/>
                  </a:lnTo>
                  <a:lnTo>
                    <a:pt x="5439" y="2318"/>
                  </a:lnTo>
                  <a:close/>
                  <a:moveTo>
                    <a:pt x="5413" y="2247"/>
                  </a:moveTo>
                  <a:lnTo>
                    <a:pt x="5425" y="2283"/>
                  </a:lnTo>
                  <a:lnTo>
                    <a:pt x="5444" y="2276"/>
                  </a:lnTo>
                  <a:lnTo>
                    <a:pt x="5430" y="2240"/>
                  </a:lnTo>
                  <a:lnTo>
                    <a:pt x="5413" y="2247"/>
                  </a:lnTo>
                  <a:close/>
                  <a:moveTo>
                    <a:pt x="5385" y="2176"/>
                  </a:moveTo>
                  <a:lnTo>
                    <a:pt x="5399" y="2212"/>
                  </a:lnTo>
                  <a:lnTo>
                    <a:pt x="5418" y="2205"/>
                  </a:lnTo>
                  <a:lnTo>
                    <a:pt x="5404" y="2169"/>
                  </a:lnTo>
                  <a:lnTo>
                    <a:pt x="5385" y="2176"/>
                  </a:lnTo>
                  <a:close/>
                  <a:moveTo>
                    <a:pt x="5359" y="2105"/>
                  </a:moveTo>
                  <a:lnTo>
                    <a:pt x="5373" y="2141"/>
                  </a:lnTo>
                  <a:lnTo>
                    <a:pt x="5390" y="2134"/>
                  </a:lnTo>
                  <a:lnTo>
                    <a:pt x="5378" y="2098"/>
                  </a:lnTo>
                  <a:lnTo>
                    <a:pt x="5359" y="2105"/>
                  </a:lnTo>
                  <a:close/>
                  <a:moveTo>
                    <a:pt x="5333" y="2034"/>
                  </a:moveTo>
                  <a:lnTo>
                    <a:pt x="5347" y="2070"/>
                  </a:lnTo>
                  <a:lnTo>
                    <a:pt x="5364" y="2063"/>
                  </a:lnTo>
                  <a:lnTo>
                    <a:pt x="5350" y="2027"/>
                  </a:lnTo>
                  <a:lnTo>
                    <a:pt x="5333" y="2034"/>
                  </a:lnTo>
                  <a:close/>
                  <a:moveTo>
                    <a:pt x="5307" y="1963"/>
                  </a:moveTo>
                  <a:lnTo>
                    <a:pt x="5319" y="1999"/>
                  </a:lnTo>
                  <a:lnTo>
                    <a:pt x="5338" y="1992"/>
                  </a:lnTo>
                  <a:lnTo>
                    <a:pt x="5324" y="1959"/>
                  </a:lnTo>
                  <a:lnTo>
                    <a:pt x="5307" y="1963"/>
                  </a:lnTo>
                  <a:close/>
                  <a:moveTo>
                    <a:pt x="5279" y="1892"/>
                  </a:moveTo>
                  <a:lnTo>
                    <a:pt x="5293" y="1928"/>
                  </a:lnTo>
                  <a:lnTo>
                    <a:pt x="5309" y="1923"/>
                  </a:lnTo>
                  <a:lnTo>
                    <a:pt x="5298" y="1888"/>
                  </a:lnTo>
                  <a:lnTo>
                    <a:pt x="5279" y="1892"/>
                  </a:lnTo>
                  <a:close/>
                  <a:moveTo>
                    <a:pt x="5253" y="1822"/>
                  </a:moveTo>
                  <a:lnTo>
                    <a:pt x="5267" y="1857"/>
                  </a:lnTo>
                  <a:lnTo>
                    <a:pt x="5283" y="1852"/>
                  </a:lnTo>
                  <a:lnTo>
                    <a:pt x="5272" y="1817"/>
                  </a:lnTo>
                  <a:lnTo>
                    <a:pt x="5253" y="1822"/>
                  </a:lnTo>
                  <a:close/>
                  <a:moveTo>
                    <a:pt x="5227" y="1751"/>
                  </a:moveTo>
                  <a:lnTo>
                    <a:pt x="5238" y="1786"/>
                  </a:lnTo>
                  <a:lnTo>
                    <a:pt x="5257" y="1781"/>
                  </a:lnTo>
                  <a:lnTo>
                    <a:pt x="5243" y="1746"/>
                  </a:lnTo>
                  <a:lnTo>
                    <a:pt x="5227" y="1751"/>
                  </a:lnTo>
                  <a:close/>
                  <a:moveTo>
                    <a:pt x="5201" y="1682"/>
                  </a:moveTo>
                  <a:lnTo>
                    <a:pt x="5212" y="1717"/>
                  </a:lnTo>
                  <a:lnTo>
                    <a:pt x="5231" y="1710"/>
                  </a:lnTo>
                  <a:lnTo>
                    <a:pt x="5217" y="1675"/>
                  </a:lnTo>
                  <a:lnTo>
                    <a:pt x="5201" y="1682"/>
                  </a:lnTo>
                  <a:close/>
                  <a:moveTo>
                    <a:pt x="5172" y="1611"/>
                  </a:moveTo>
                  <a:lnTo>
                    <a:pt x="5186" y="1647"/>
                  </a:lnTo>
                  <a:lnTo>
                    <a:pt x="5203" y="1639"/>
                  </a:lnTo>
                  <a:lnTo>
                    <a:pt x="5191" y="1604"/>
                  </a:lnTo>
                  <a:lnTo>
                    <a:pt x="5172" y="1611"/>
                  </a:lnTo>
                  <a:close/>
                  <a:moveTo>
                    <a:pt x="5146" y="1540"/>
                  </a:moveTo>
                  <a:lnTo>
                    <a:pt x="5160" y="1576"/>
                  </a:lnTo>
                  <a:lnTo>
                    <a:pt x="5177" y="1568"/>
                  </a:lnTo>
                  <a:lnTo>
                    <a:pt x="5163" y="1533"/>
                  </a:lnTo>
                  <a:lnTo>
                    <a:pt x="5146" y="1540"/>
                  </a:lnTo>
                  <a:close/>
                  <a:moveTo>
                    <a:pt x="5120" y="1469"/>
                  </a:moveTo>
                  <a:lnTo>
                    <a:pt x="5132" y="1505"/>
                  </a:lnTo>
                  <a:lnTo>
                    <a:pt x="5151" y="1498"/>
                  </a:lnTo>
                  <a:lnTo>
                    <a:pt x="5137" y="1462"/>
                  </a:lnTo>
                  <a:lnTo>
                    <a:pt x="5120" y="1469"/>
                  </a:lnTo>
                  <a:close/>
                  <a:moveTo>
                    <a:pt x="5092" y="1398"/>
                  </a:moveTo>
                  <a:lnTo>
                    <a:pt x="5106" y="1434"/>
                  </a:lnTo>
                  <a:lnTo>
                    <a:pt x="5125" y="1427"/>
                  </a:lnTo>
                  <a:lnTo>
                    <a:pt x="5111" y="1391"/>
                  </a:lnTo>
                  <a:lnTo>
                    <a:pt x="5092" y="1398"/>
                  </a:lnTo>
                  <a:close/>
                  <a:moveTo>
                    <a:pt x="5066" y="1327"/>
                  </a:moveTo>
                  <a:lnTo>
                    <a:pt x="5080" y="1363"/>
                  </a:lnTo>
                  <a:lnTo>
                    <a:pt x="5097" y="1356"/>
                  </a:lnTo>
                  <a:lnTo>
                    <a:pt x="5085" y="1320"/>
                  </a:lnTo>
                  <a:lnTo>
                    <a:pt x="5066" y="1327"/>
                  </a:lnTo>
                  <a:close/>
                  <a:moveTo>
                    <a:pt x="5040" y="1256"/>
                  </a:moveTo>
                  <a:lnTo>
                    <a:pt x="5054" y="1292"/>
                  </a:lnTo>
                  <a:lnTo>
                    <a:pt x="5071" y="1285"/>
                  </a:lnTo>
                  <a:lnTo>
                    <a:pt x="5056" y="1249"/>
                  </a:lnTo>
                  <a:lnTo>
                    <a:pt x="5040" y="1256"/>
                  </a:lnTo>
                  <a:close/>
                  <a:moveTo>
                    <a:pt x="5014" y="1185"/>
                  </a:moveTo>
                  <a:lnTo>
                    <a:pt x="5026" y="1221"/>
                  </a:lnTo>
                  <a:lnTo>
                    <a:pt x="5045" y="1214"/>
                  </a:lnTo>
                  <a:lnTo>
                    <a:pt x="5030" y="1178"/>
                  </a:lnTo>
                  <a:lnTo>
                    <a:pt x="5014" y="1185"/>
                  </a:lnTo>
                  <a:close/>
                  <a:moveTo>
                    <a:pt x="4985" y="1114"/>
                  </a:moveTo>
                  <a:lnTo>
                    <a:pt x="5000" y="1150"/>
                  </a:lnTo>
                  <a:lnTo>
                    <a:pt x="5016" y="1143"/>
                  </a:lnTo>
                  <a:lnTo>
                    <a:pt x="5004" y="1107"/>
                  </a:lnTo>
                  <a:lnTo>
                    <a:pt x="4985" y="1114"/>
                  </a:lnTo>
                  <a:close/>
                  <a:moveTo>
                    <a:pt x="4959" y="1043"/>
                  </a:moveTo>
                  <a:lnTo>
                    <a:pt x="4974" y="1079"/>
                  </a:lnTo>
                  <a:lnTo>
                    <a:pt x="4990" y="1072"/>
                  </a:lnTo>
                  <a:lnTo>
                    <a:pt x="4978" y="1036"/>
                  </a:lnTo>
                  <a:lnTo>
                    <a:pt x="4959" y="1043"/>
                  </a:lnTo>
                  <a:close/>
                  <a:moveTo>
                    <a:pt x="4933" y="972"/>
                  </a:moveTo>
                  <a:lnTo>
                    <a:pt x="4945" y="1008"/>
                  </a:lnTo>
                  <a:lnTo>
                    <a:pt x="4964" y="1001"/>
                  </a:lnTo>
                  <a:lnTo>
                    <a:pt x="4950" y="965"/>
                  </a:lnTo>
                  <a:lnTo>
                    <a:pt x="4933" y="972"/>
                  </a:lnTo>
                  <a:close/>
                  <a:moveTo>
                    <a:pt x="4907" y="901"/>
                  </a:moveTo>
                  <a:lnTo>
                    <a:pt x="4919" y="937"/>
                  </a:lnTo>
                  <a:lnTo>
                    <a:pt x="4938" y="930"/>
                  </a:lnTo>
                  <a:lnTo>
                    <a:pt x="4924" y="894"/>
                  </a:lnTo>
                  <a:lnTo>
                    <a:pt x="4907" y="901"/>
                  </a:lnTo>
                  <a:close/>
                  <a:moveTo>
                    <a:pt x="4870" y="849"/>
                  </a:moveTo>
                  <a:lnTo>
                    <a:pt x="4891" y="859"/>
                  </a:lnTo>
                  <a:lnTo>
                    <a:pt x="4893" y="866"/>
                  </a:lnTo>
                  <a:lnTo>
                    <a:pt x="4910" y="859"/>
                  </a:lnTo>
                  <a:lnTo>
                    <a:pt x="4905" y="845"/>
                  </a:lnTo>
                  <a:lnTo>
                    <a:pt x="4877" y="833"/>
                  </a:lnTo>
                  <a:lnTo>
                    <a:pt x="4870" y="849"/>
                  </a:lnTo>
                  <a:lnTo>
                    <a:pt x="4870" y="849"/>
                  </a:lnTo>
                  <a:close/>
                  <a:moveTo>
                    <a:pt x="4801" y="821"/>
                  </a:moveTo>
                  <a:lnTo>
                    <a:pt x="4836" y="835"/>
                  </a:lnTo>
                  <a:lnTo>
                    <a:pt x="4844" y="819"/>
                  </a:lnTo>
                  <a:lnTo>
                    <a:pt x="4808" y="805"/>
                  </a:lnTo>
                  <a:lnTo>
                    <a:pt x="4801" y="821"/>
                  </a:lnTo>
                  <a:close/>
                  <a:moveTo>
                    <a:pt x="4730" y="793"/>
                  </a:moveTo>
                  <a:lnTo>
                    <a:pt x="4765" y="807"/>
                  </a:lnTo>
                  <a:lnTo>
                    <a:pt x="4773" y="790"/>
                  </a:lnTo>
                  <a:lnTo>
                    <a:pt x="4737" y="776"/>
                  </a:lnTo>
                  <a:lnTo>
                    <a:pt x="4730" y="793"/>
                  </a:lnTo>
                  <a:close/>
                  <a:moveTo>
                    <a:pt x="4659" y="764"/>
                  </a:moveTo>
                  <a:lnTo>
                    <a:pt x="4695" y="778"/>
                  </a:lnTo>
                  <a:lnTo>
                    <a:pt x="4702" y="762"/>
                  </a:lnTo>
                  <a:lnTo>
                    <a:pt x="4666" y="748"/>
                  </a:lnTo>
                  <a:lnTo>
                    <a:pt x="4659" y="764"/>
                  </a:lnTo>
                  <a:close/>
                  <a:moveTo>
                    <a:pt x="4590" y="736"/>
                  </a:moveTo>
                  <a:lnTo>
                    <a:pt x="4626" y="750"/>
                  </a:lnTo>
                  <a:lnTo>
                    <a:pt x="4633" y="734"/>
                  </a:lnTo>
                  <a:lnTo>
                    <a:pt x="4598" y="719"/>
                  </a:lnTo>
                  <a:lnTo>
                    <a:pt x="4590" y="736"/>
                  </a:lnTo>
                  <a:close/>
                  <a:moveTo>
                    <a:pt x="4520" y="708"/>
                  </a:moveTo>
                  <a:lnTo>
                    <a:pt x="4555" y="722"/>
                  </a:lnTo>
                  <a:lnTo>
                    <a:pt x="4562" y="705"/>
                  </a:lnTo>
                  <a:lnTo>
                    <a:pt x="4527" y="691"/>
                  </a:lnTo>
                  <a:lnTo>
                    <a:pt x="4520" y="708"/>
                  </a:lnTo>
                  <a:close/>
                  <a:moveTo>
                    <a:pt x="4449" y="679"/>
                  </a:moveTo>
                  <a:lnTo>
                    <a:pt x="4484" y="693"/>
                  </a:lnTo>
                  <a:lnTo>
                    <a:pt x="4491" y="677"/>
                  </a:lnTo>
                  <a:lnTo>
                    <a:pt x="4456" y="663"/>
                  </a:lnTo>
                  <a:lnTo>
                    <a:pt x="4449" y="679"/>
                  </a:lnTo>
                  <a:close/>
                  <a:moveTo>
                    <a:pt x="4380" y="651"/>
                  </a:moveTo>
                  <a:lnTo>
                    <a:pt x="4416" y="665"/>
                  </a:lnTo>
                  <a:lnTo>
                    <a:pt x="4423" y="648"/>
                  </a:lnTo>
                  <a:lnTo>
                    <a:pt x="4387" y="634"/>
                  </a:lnTo>
                  <a:lnTo>
                    <a:pt x="4380" y="651"/>
                  </a:lnTo>
                  <a:close/>
                  <a:moveTo>
                    <a:pt x="4309" y="622"/>
                  </a:moveTo>
                  <a:lnTo>
                    <a:pt x="4345" y="637"/>
                  </a:lnTo>
                  <a:lnTo>
                    <a:pt x="4352" y="620"/>
                  </a:lnTo>
                  <a:lnTo>
                    <a:pt x="4316" y="606"/>
                  </a:lnTo>
                  <a:lnTo>
                    <a:pt x="4309" y="622"/>
                  </a:lnTo>
                  <a:close/>
                  <a:moveTo>
                    <a:pt x="4238" y="594"/>
                  </a:moveTo>
                  <a:lnTo>
                    <a:pt x="4274" y="608"/>
                  </a:lnTo>
                  <a:lnTo>
                    <a:pt x="4281" y="592"/>
                  </a:lnTo>
                  <a:lnTo>
                    <a:pt x="4245" y="577"/>
                  </a:lnTo>
                  <a:lnTo>
                    <a:pt x="4238" y="594"/>
                  </a:lnTo>
                  <a:close/>
                  <a:moveTo>
                    <a:pt x="4170" y="566"/>
                  </a:moveTo>
                  <a:lnTo>
                    <a:pt x="4205" y="580"/>
                  </a:lnTo>
                  <a:lnTo>
                    <a:pt x="4212" y="563"/>
                  </a:lnTo>
                  <a:lnTo>
                    <a:pt x="4177" y="549"/>
                  </a:lnTo>
                  <a:lnTo>
                    <a:pt x="4170" y="566"/>
                  </a:lnTo>
                  <a:close/>
                  <a:moveTo>
                    <a:pt x="4099" y="537"/>
                  </a:moveTo>
                  <a:lnTo>
                    <a:pt x="4134" y="551"/>
                  </a:lnTo>
                  <a:lnTo>
                    <a:pt x="4141" y="535"/>
                  </a:lnTo>
                  <a:lnTo>
                    <a:pt x="4106" y="521"/>
                  </a:lnTo>
                  <a:lnTo>
                    <a:pt x="4099" y="537"/>
                  </a:lnTo>
                  <a:close/>
                  <a:moveTo>
                    <a:pt x="4030" y="509"/>
                  </a:moveTo>
                  <a:lnTo>
                    <a:pt x="4063" y="523"/>
                  </a:lnTo>
                  <a:lnTo>
                    <a:pt x="4070" y="507"/>
                  </a:lnTo>
                  <a:lnTo>
                    <a:pt x="4037" y="492"/>
                  </a:lnTo>
                  <a:lnTo>
                    <a:pt x="4030" y="509"/>
                  </a:lnTo>
                  <a:close/>
                  <a:moveTo>
                    <a:pt x="3959" y="480"/>
                  </a:moveTo>
                  <a:lnTo>
                    <a:pt x="3995" y="495"/>
                  </a:lnTo>
                  <a:lnTo>
                    <a:pt x="4002" y="478"/>
                  </a:lnTo>
                  <a:lnTo>
                    <a:pt x="3966" y="464"/>
                  </a:lnTo>
                  <a:lnTo>
                    <a:pt x="3959" y="480"/>
                  </a:lnTo>
                  <a:close/>
                  <a:moveTo>
                    <a:pt x="3888" y="452"/>
                  </a:moveTo>
                  <a:lnTo>
                    <a:pt x="3924" y="466"/>
                  </a:lnTo>
                  <a:lnTo>
                    <a:pt x="3931" y="450"/>
                  </a:lnTo>
                  <a:lnTo>
                    <a:pt x="3895" y="436"/>
                  </a:lnTo>
                  <a:lnTo>
                    <a:pt x="3888" y="452"/>
                  </a:lnTo>
                  <a:close/>
                  <a:moveTo>
                    <a:pt x="3820" y="424"/>
                  </a:moveTo>
                  <a:lnTo>
                    <a:pt x="3853" y="438"/>
                  </a:lnTo>
                  <a:lnTo>
                    <a:pt x="3860" y="421"/>
                  </a:lnTo>
                  <a:lnTo>
                    <a:pt x="3827" y="407"/>
                  </a:lnTo>
                  <a:lnTo>
                    <a:pt x="3820" y="424"/>
                  </a:lnTo>
                  <a:close/>
                  <a:moveTo>
                    <a:pt x="3749" y="395"/>
                  </a:moveTo>
                  <a:lnTo>
                    <a:pt x="3784" y="410"/>
                  </a:lnTo>
                  <a:lnTo>
                    <a:pt x="3791" y="393"/>
                  </a:lnTo>
                  <a:lnTo>
                    <a:pt x="3756" y="379"/>
                  </a:lnTo>
                  <a:lnTo>
                    <a:pt x="3749" y="395"/>
                  </a:lnTo>
                  <a:close/>
                  <a:moveTo>
                    <a:pt x="3678" y="367"/>
                  </a:moveTo>
                  <a:lnTo>
                    <a:pt x="3713" y="381"/>
                  </a:lnTo>
                  <a:lnTo>
                    <a:pt x="3720" y="365"/>
                  </a:lnTo>
                  <a:lnTo>
                    <a:pt x="3685" y="348"/>
                  </a:lnTo>
                  <a:lnTo>
                    <a:pt x="3678" y="367"/>
                  </a:lnTo>
                  <a:close/>
                  <a:moveTo>
                    <a:pt x="3609" y="339"/>
                  </a:moveTo>
                  <a:lnTo>
                    <a:pt x="3642" y="353"/>
                  </a:lnTo>
                  <a:lnTo>
                    <a:pt x="3649" y="334"/>
                  </a:lnTo>
                  <a:lnTo>
                    <a:pt x="3616" y="320"/>
                  </a:lnTo>
                  <a:lnTo>
                    <a:pt x="3609" y="339"/>
                  </a:lnTo>
                  <a:close/>
                  <a:moveTo>
                    <a:pt x="3538" y="310"/>
                  </a:moveTo>
                  <a:lnTo>
                    <a:pt x="3574" y="324"/>
                  </a:lnTo>
                  <a:lnTo>
                    <a:pt x="3581" y="305"/>
                  </a:lnTo>
                  <a:lnTo>
                    <a:pt x="3545" y="291"/>
                  </a:lnTo>
                  <a:lnTo>
                    <a:pt x="3538" y="310"/>
                  </a:lnTo>
                  <a:close/>
                  <a:moveTo>
                    <a:pt x="3467" y="282"/>
                  </a:moveTo>
                  <a:lnTo>
                    <a:pt x="3503" y="296"/>
                  </a:lnTo>
                  <a:lnTo>
                    <a:pt x="3510" y="277"/>
                  </a:lnTo>
                  <a:lnTo>
                    <a:pt x="3474" y="263"/>
                  </a:lnTo>
                  <a:lnTo>
                    <a:pt x="3467" y="282"/>
                  </a:lnTo>
                  <a:close/>
                  <a:moveTo>
                    <a:pt x="3399" y="253"/>
                  </a:moveTo>
                  <a:lnTo>
                    <a:pt x="3432" y="268"/>
                  </a:lnTo>
                  <a:lnTo>
                    <a:pt x="3439" y="249"/>
                  </a:lnTo>
                  <a:lnTo>
                    <a:pt x="3406" y="235"/>
                  </a:lnTo>
                  <a:lnTo>
                    <a:pt x="3399" y="253"/>
                  </a:lnTo>
                  <a:close/>
                  <a:moveTo>
                    <a:pt x="3328" y="225"/>
                  </a:moveTo>
                  <a:lnTo>
                    <a:pt x="3363" y="239"/>
                  </a:lnTo>
                  <a:lnTo>
                    <a:pt x="3370" y="220"/>
                  </a:lnTo>
                  <a:lnTo>
                    <a:pt x="3335" y="206"/>
                  </a:lnTo>
                  <a:lnTo>
                    <a:pt x="3328" y="225"/>
                  </a:lnTo>
                  <a:close/>
                  <a:moveTo>
                    <a:pt x="3257" y="197"/>
                  </a:moveTo>
                  <a:lnTo>
                    <a:pt x="3292" y="211"/>
                  </a:lnTo>
                  <a:lnTo>
                    <a:pt x="3299" y="192"/>
                  </a:lnTo>
                  <a:lnTo>
                    <a:pt x="3264" y="178"/>
                  </a:lnTo>
                  <a:lnTo>
                    <a:pt x="3257" y="197"/>
                  </a:lnTo>
                  <a:close/>
                  <a:moveTo>
                    <a:pt x="3188" y="168"/>
                  </a:moveTo>
                  <a:lnTo>
                    <a:pt x="3224" y="182"/>
                  </a:lnTo>
                  <a:lnTo>
                    <a:pt x="3231" y="164"/>
                  </a:lnTo>
                  <a:lnTo>
                    <a:pt x="3195" y="149"/>
                  </a:lnTo>
                  <a:lnTo>
                    <a:pt x="3188" y="168"/>
                  </a:lnTo>
                  <a:close/>
                  <a:moveTo>
                    <a:pt x="3117" y="140"/>
                  </a:moveTo>
                  <a:lnTo>
                    <a:pt x="3153" y="154"/>
                  </a:lnTo>
                  <a:lnTo>
                    <a:pt x="3160" y="135"/>
                  </a:lnTo>
                  <a:lnTo>
                    <a:pt x="3124" y="121"/>
                  </a:lnTo>
                  <a:lnTo>
                    <a:pt x="3117" y="140"/>
                  </a:lnTo>
                  <a:close/>
                  <a:moveTo>
                    <a:pt x="3046" y="112"/>
                  </a:moveTo>
                  <a:lnTo>
                    <a:pt x="3082" y="126"/>
                  </a:lnTo>
                  <a:lnTo>
                    <a:pt x="3089" y="107"/>
                  </a:lnTo>
                  <a:lnTo>
                    <a:pt x="3053" y="93"/>
                  </a:lnTo>
                  <a:lnTo>
                    <a:pt x="3046" y="112"/>
                  </a:lnTo>
                  <a:close/>
                  <a:moveTo>
                    <a:pt x="2978" y="83"/>
                  </a:moveTo>
                  <a:lnTo>
                    <a:pt x="3013" y="97"/>
                  </a:lnTo>
                  <a:lnTo>
                    <a:pt x="3020" y="78"/>
                  </a:lnTo>
                  <a:lnTo>
                    <a:pt x="2985" y="64"/>
                  </a:lnTo>
                  <a:lnTo>
                    <a:pt x="2978" y="83"/>
                  </a:lnTo>
                  <a:close/>
                  <a:moveTo>
                    <a:pt x="2907" y="55"/>
                  </a:moveTo>
                  <a:lnTo>
                    <a:pt x="2942" y="69"/>
                  </a:lnTo>
                  <a:lnTo>
                    <a:pt x="2949" y="50"/>
                  </a:lnTo>
                  <a:lnTo>
                    <a:pt x="2914" y="36"/>
                  </a:lnTo>
                  <a:lnTo>
                    <a:pt x="2907" y="55"/>
                  </a:lnTo>
                  <a:close/>
                  <a:moveTo>
                    <a:pt x="2836" y="26"/>
                  </a:moveTo>
                  <a:lnTo>
                    <a:pt x="2871" y="41"/>
                  </a:lnTo>
                  <a:lnTo>
                    <a:pt x="2878" y="22"/>
                  </a:lnTo>
                  <a:lnTo>
                    <a:pt x="2843" y="7"/>
                  </a:lnTo>
                  <a:lnTo>
                    <a:pt x="2836" y="26"/>
                  </a:lnTo>
                  <a:close/>
                  <a:moveTo>
                    <a:pt x="2772" y="31"/>
                  </a:moveTo>
                  <a:lnTo>
                    <a:pt x="2807" y="19"/>
                  </a:lnTo>
                  <a:lnTo>
                    <a:pt x="2803" y="0"/>
                  </a:lnTo>
                  <a:lnTo>
                    <a:pt x="2767" y="15"/>
                  </a:lnTo>
                  <a:lnTo>
                    <a:pt x="2772" y="31"/>
                  </a:lnTo>
                  <a:close/>
                  <a:moveTo>
                    <a:pt x="2701" y="57"/>
                  </a:moveTo>
                  <a:lnTo>
                    <a:pt x="2737" y="45"/>
                  </a:lnTo>
                  <a:lnTo>
                    <a:pt x="2732" y="26"/>
                  </a:lnTo>
                  <a:lnTo>
                    <a:pt x="2696" y="41"/>
                  </a:lnTo>
                  <a:lnTo>
                    <a:pt x="2701" y="57"/>
                  </a:lnTo>
                  <a:close/>
                  <a:moveTo>
                    <a:pt x="2630" y="83"/>
                  </a:moveTo>
                  <a:lnTo>
                    <a:pt x="2666" y="71"/>
                  </a:lnTo>
                  <a:lnTo>
                    <a:pt x="2661" y="52"/>
                  </a:lnTo>
                  <a:lnTo>
                    <a:pt x="2625" y="67"/>
                  </a:lnTo>
                  <a:lnTo>
                    <a:pt x="2630" y="83"/>
                  </a:lnTo>
                  <a:close/>
                  <a:moveTo>
                    <a:pt x="2559" y="109"/>
                  </a:moveTo>
                  <a:lnTo>
                    <a:pt x="2595" y="97"/>
                  </a:lnTo>
                  <a:lnTo>
                    <a:pt x="2590" y="78"/>
                  </a:lnTo>
                  <a:lnTo>
                    <a:pt x="2554" y="93"/>
                  </a:lnTo>
                  <a:lnTo>
                    <a:pt x="2559" y="109"/>
                  </a:lnTo>
                  <a:close/>
                  <a:moveTo>
                    <a:pt x="2488" y="135"/>
                  </a:moveTo>
                  <a:lnTo>
                    <a:pt x="2524" y="123"/>
                  </a:lnTo>
                  <a:lnTo>
                    <a:pt x="2519" y="104"/>
                  </a:lnTo>
                  <a:lnTo>
                    <a:pt x="2483" y="119"/>
                  </a:lnTo>
                  <a:lnTo>
                    <a:pt x="2488" y="135"/>
                  </a:lnTo>
                  <a:close/>
                  <a:moveTo>
                    <a:pt x="2417" y="161"/>
                  </a:moveTo>
                  <a:lnTo>
                    <a:pt x="2453" y="149"/>
                  </a:lnTo>
                  <a:lnTo>
                    <a:pt x="2448" y="130"/>
                  </a:lnTo>
                  <a:lnTo>
                    <a:pt x="2413" y="145"/>
                  </a:lnTo>
                  <a:lnTo>
                    <a:pt x="2417" y="161"/>
                  </a:lnTo>
                  <a:close/>
                  <a:moveTo>
                    <a:pt x="2346" y="187"/>
                  </a:moveTo>
                  <a:lnTo>
                    <a:pt x="2382" y="175"/>
                  </a:lnTo>
                  <a:lnTo>
                    <a:pt x="2375" y="156"/>
                  </a:lnTo>
                  <a:lnTo>
                    <a:pt x="2339" y="171"/>
                  </a:lnTo>
                  <a:lnTo>
                    <a:pt x="2346" y="187"/>
                  </a:lnTo>
                  <a:close/>
                  <a:moveTo>
                    <a:pt x="2275" y="213"/>
                  </a:moveTo>
                  <a:lnTo>
                    <a:pt x="2311" y="201"/>
                  </a:lnTo>
                  <a:lnTo>
                    <a:pt x="2304" y="182"/>
                  </a:lnTo>
                  <a:lnTo>
                    <a:pt x="2268" y="197"/>
                  </a:lnTo>
                  <a:lnTo>
                    <a:pt x="2275" y="213"/>
                  </a:lnTo>
                  <a:close/>
                  <a:moveTo>
                    <a:pt x="2204" y="239"/>
                  </a:moveTo>
                  <a:lnTo>
                    <a:pt x="2240" y="227"/>
                  </a:lnTo>
                  <a:lnTo>
                    <a:pt x="2233" y="208"/>
                  </a:lnTo>
                  <a:lnTo>
                    <a:pt x="2197" y="223"/>
                  </a:lnTo>
                  <a:lnTo>
                    <a:pt x="2204" y="239"/>
                  </a:lnTo>
                  <a:close/>
                  <a:moveTo>
                    <a:pt x="2133" y="265"/>
                  </a:moveTo>
                  <a:lnTo>
                    <a:pt x="2169" y="253"/>
                  </a:lnTo>
                  <a:lnTo>
                    <a:pt x="2162" y="235"/>
                  </a:lnTo>
                  <a:lnTo>
                    <a:pt x="2126" y="249"/>
                  </a:lnTo>
                  <a:lnTo>
                    <a:pt x="2133" y="265"/>
                  </a:lnTo>
                  <a:close/>
                  <a:moveTo>
                    <a:pt x="2063" y="294"/>
                  </a:moveTo>
                  <a:lnTo>
                    <a:pt x="2098" y="279"/>
                  </a:lnTo>
                  <a:lnTo>
                    <a:pt x="2091" y="263"/>
                  </a:lnTo>
                  <a:lnTo>
                    <a:pt x="2055" y="275"/>
                  </a:lnTo>
                  <a:lnTo>
                    <a:pt x="2063" y="294"/>
                  </a:lnTo>
                  <a:close/>
                  <a:moveTo>
                    <a:pt x="1992" y="320"/>
                  </a:moveTo>
                  <a:lnTo>
                    <a:pt x="2027" y="305"/>
                  </a:lnTo>
                  <a:lnTo>
                    <a:pt x="2020" y="289"/>
                  </a:lnTo>
                  <a:lnTo>
                    <a:pt x="1985" y="301"/>
                  </a:lnTo>
                  <a:lnTo>
                    <a:pt x="1992" y="320"/>
                  </a:lnTo>
                  <a:close/>
                  <a:moveTo>
                    <a:pt x="1921" y="346"/>
                  </a:moveTo>
                  <a:lnTo>
                    <a:pt x="1956" y="331"/>
                  </a:lnTo>
                  <a:lnTo>
                    <a:pt x="1949" y="315"/>
                  </a:lnTo>
                  <a:lnTo>
                    <a:pt x="1914" y="327"/>
                  </a:lnTo>
                  <a:lnTo>
                    <a:pt x="1921" y="346"/>
                  </a:lnTo>
                  <a:close/>
                  <a:moveTo>
                    <a:pt x="1850" y="372"/>
                  </a:moveTo>
                  <a:lnTo>
                    <a:pt x="1885" y="357"/>
                  </a:lnTo>
                  <a:lnTo>
                    <a:pt x="1878" y="341"/>
                  </a:lnTo>
                  <a:lnTo>
                    <a:pt x="1843" y="353"/>
                  </a:lnTo>
                  <a:lnTo>
                    <a:pt x="1850" y="372"/>
                  </a:lnTo>
                  <a:close/>
                  <a:moveTo>
                    <a:pt x="1779" y="398"/>
                  </a:moveTo>
                  <a:lnTo>
                    <a:pt x="1814" y="384"/>
                  </a:lnTo>
                  <a:lnTo>
                    <a:pt x="1807" y="367"/>
                  </a:lnTo>
                  <a:lnTo>
                    <a:pt x="1772" y="379"/>
                  </a:lnTo>
                  <a:lnTo>
                    <a:pt x="1779" y="398"/>
                  </a:lnTo>
                  <a:close/>
                  <a:moveTo>
                    <a:pt x="1708" y="424"/>
                  </a:moveTo>
                  <a:lnTo>
                    <a:pt x="1743" y="410"/>
                  </a:lnTo>
                  <a:lnTo>
                    <a:pt x="1736" y="393"/>
                  </a:lnTo>
                  <a:lnTo>
                    <a:pt x="1701" y="405"/>
                  </a:lnTo>
                  <a:lnTo>
                    <a:pt x="1708" y="424"/>
                  </a:lnTo>
                  <a:close/>
                  <a:moveTo>
                    <a:pt x="1637" y="450"/>
                  </a:moveTo>
                  <a:lnTo>
                    <a:pt x="1672" y="436"/>
                  </a:lnTo>
                  <a:lnTo>
                    <a:pt x="1665" y="419"/>
                  </a:lnTo>
                  <a:lnTo>
                    <a:pt x="1630" y="431"/>
                  </a:lnTo>
                  <a:lnTo>
                    <a:pt x="1637" y="450"/>
                  </a:lnTo>
                  <a:close/>
                  <a:moveTo>
                    <a:pt x="1566" y="476"/>
                  </a:moveTo>
                  <a:lnTo>
                    <a:pt x="1601" y="462"/>
                  </a:lnTo>
                  <a:lnTo>
                    <a:pt x="1594" y="445"/>
                  </a:lnTo>
                  <a:lnTo>
                    <a:pt x="1559" y="457"/>
                  </a:lnTo>
                  <a:lnTo>
                    <a:pt x="1566" y="476"/>
                  </a:lnTo>
                  <a:close/>
                  <a:moveTo>
                    <a:pt x="1495" y="502"/>
                  </a:moveTo>
                  <a:lnTo>
                    <a:pt x="1530" y="488"/>
                  </a:lnTo>
                  <a:lnTo>
                    <a:pt x="1523" y="471"/>
                  </a:lnTo>
                  <a:lnTo>
                    <a:pt x="1488" y="483"/>
                  </a:lnTo>
                  <a:lnTo>
                    <a:pt x="1495" y="502"/>
                  </a:lnTo>
                  <a:close/>
                  <a:moveTo>
                    <a:pt x="1424" y="528"/>
                  </a:moveTo>
                  <a:lnTo>
                    <a:pt x="1460" y="514"/>
                  </a:lnTo>
                  <a:lnTo>
                    <a:pt x="1452" y="497"/>
                  </a:lnTo>
                  <a:lnTo>
                    <a:pt x="1417" y="509"/>
                  </a:lnTo>
                  <a:lnTo>
                    <a:pt x="1424" y="528"/>
                  </a:lnTo>
                  <a:close/>
                  <a:moveTo>
                    <a:pt x="1353" y="554"/>
                  </a:moveTo>
                  <a:lnTo>
                    <a:pt x="1389" y="540"/>
                  </a:lnTo>
                  <a:lnTo>
                    <a:pt x="1381" y="523"/>
                  </a:lnTo>
                  <a:lnTo>
                    <a:pt x="1346" y="535"/>
                  </a:lnTo>
                  <a:lnTo>
                    <a:pt x="1353" y="554"/>
                  </a:lnTo>
                  <a:close/>
                  <a:moveTo>
                    <a:pt x="1282" y="580"/>
                  </a:moveTo>
                  <a:lnTo>
                    <a:pt x="1318" y="566"/>
                  </a:lnTo>
                  <a:lnTo>
                    <a:pt x="1311" y="549"/>
                  </a:lnTo>
                  <a:lnTo>
                    <a:pt x="1275" y="563"/>
                  </a:lnTo>
                  <a:lnTo>
                    <a:pt x="1282" y="580"/>
                  </a:lnTo>
                  <a:close/>
                  <a:moveTo>
                    <a:pt x="1211" y="606"/>
                  </a:moveTo>
                  <a:lnTo>
                    <a:pt x="1247" y="594"/>
                  </a:lnTo>
                  <a:lnTo>
                    <a:pt x="1240" y="575"/>
                  </a:lnTo>
                  <a:lnTo>
                    <a:pt x="1204" y="589"/>
                  </a:lnTo>
                  <a:lnTo>
                    <a:pt x="1211" y="606"/>
                  </a:lnTo>
                  <a:close/>
                  <a:moveTo>
                    <a:pt x="1140" y="632"/>
                  </a:moveTo>
                  <a:lnTo>
                    <a:pt x="1176" y="620"/>
                  </a:lnTo>
                  <a:lnTo>
                    <a:pt x="1169" y="601"/>
                  </a:lnTo>
                  <a:lnTo>
                    <a:pt x="1133" y="615"/>
                  </a:lnTo>
                  <a:lnTo>
                    <a:pt x="1140" y="632"/>
                  </a:lnTo>
                  <a:close/>
                  <a:moveTo>
                    <a:pt x="1069" y="658"/>
                  </a:moveTo>
                  <a:lnTo>
                    <a:pt x="1105" y="646"/>
                  </a:lnTo>
                  <a:lnTo>
                    <a:pt x="1098" y="627"/>
                  </a:lnTo>
                  <a:lnTo>
                    <a:pt x="1062" y="641"/>
                  </a:lnTo>
                  <a:lnTo>
                    <a:pt x="1069" y="658"/>
                  </a:lnTo>
                  <a:close/>
                  <a:moveTo>
                    <a:pt x="998" y="684"/>
                  </a:moveTo>
                  <a:lnTo>
                    <a:pt x="1034" y="672"/>
                  </a:lnTo>
                  <a:lnTo>
                    <a:pt x="1027" y="653"/>
                  </a:lnTo>
                  <a:lnTo>
                    <a:pt x="991" y="667"/>
                  </a:lnTo>
                  <a:lnTo>
                    <a:pt x="998" y="684"/>
                  </a:lnTo>
                  <a:close/>
                  <a:moveTo>
                    <a:pt x="927" y="710"/>
                  </a:moveTo>
                  <a:lnTo>
                    <a:pt x="963" y="698"/>
                  </a:lnTo>
                  <a:lnTo>
                    <a:pt x="956" y="679"/>
                  </a:lnTo>
                  <a:lnTo>
                    <a:pt x="920" y="693"/>
                  </a:lnTo>
                  <a:lnTo>
                    <a:pt x="927" y="710"/>
                  </a:lnTo>
                  <a:close/>
                  <a:moveTo>
                    <a:pt x="856" y="736"/>
                  </a:moveTo>
                  <a:lnTo>
                    <a:pt x="892" y="724"/>
                  </a:lnTo>
                  <a:lnTo>
                    <a:pt x="885" y="705"/>
                  </a:lnTo>
                  <a:lnTo>
                    <a:pt x="849" y="719"/>
                  </a:lnTo>
                  <a:lnTo>
                    <a:pt x="856" y="736"/>
                  </a:lnTo>
                  <a:close/>
                  <a:moveTo>
                    <a:pt x="783" y="762"/>
                  </a:moveTo>
                  <a:lnTo>
                    <a:pt x="821" y="750"/>
                  </a:lnTo>
                  <a:lnTo>
                    <a:pt x="814" y="731"/>
                  </a:lnTo>
                  <a:lnTo>
                    <a:pt x="778" y="745"/>
                  </a:lnTo>
                  <a:lnTo>
                    <a:pt x="783" y="762"/>
                  </a:lnTo>
                  <a:close/>
                  <a:moveTo>
                    <a:pt x="760" y="823"/>
                  </a:moveTo>
                  <a:lnTo>
                    <a:pt x="771" y="788"/>
                  </a:lnTo>
                  <a:lnTo>
                    <a:pt x="755" y="781"/>
                  </a:lnTo>
                  <a:lnTo>
                    <a:pt x="741" y="816"/>
                  </a:lnTo>
                  <a:lnTo>
                    <a:pt x="760" y="823"/>
                  </a:lnTo>
                  <a:close/>
                  <a:moveTo>
                    <a:pt x="734" y="894"/>
                  </a:moveTo>
                  <a:lnTo>
                    <a:pt x="745" y="859"/>
                  </a:lnTo>
                  <a:lnTo>
                    <a:pt x="729" y="852"/>
                  </a:lnTo>
                  <a:lnTo>
                    <a:pt x="715" y="887"/>
                  </a:lnTo>
                  <a:lnTo>
                    <a:pt x="734" y="894"/>
                  </a:lnTo>
                  <a:close/>
                  <a:moveTo>
                    <a:pt x="705" y="965"/>
                  </a:moveTo>
                  <a:lnTo>
                    <a:pt x="719" y="930"/>
                  </a:lnTo>
                  <a:lnTo>
                    <a:pt x="703" y="923"/>
                  </a:lnTo>
                  <a:lnTo>
                    <a:pt x="689" y="958"/>
                  </a:lnTo>
                  <a:lnTo>
                    <a:pt x="705" y="965"/>
                  </a:lnTo>
                  <a:close/>
                  <a:moveTo>
                    <a:pt x="679" y="1036"/>
                  </a:moveTo>
                  <a:lnTo>
                    <a:pt x="693" y="1001"/>
                  </a:lnTo>
                  <a:lnTo>
                    <a:pt x="674" y="994"/>
                  </a:lnTo>
                  <a:lnTo>
                    <a:pt x="663" y="1029"/>
                  </a:lnTo>
                  <a:lnTo>
                    <a:pt x="679" y="1036"/>
                  </a:lnTo>
                  <a:close/>
                  <a:moveTo>
                    <a:pt x="653" y="1107"/>
                  </a:moveTo>
                  <a:lnTo>
                    <a:pt x="667" y="1072"/>
                  </a:lnTo>
                  <a:lnTo>
                    <a:pt x="648" y="1065"/>
                  </a:lnTo>
                  <a:lnTo>
                    <a:pt x="637" y="1100"/>
                  </a:lnTo>
                  <a:lnTo>
                    <a:pt x="653" y="1107"/>
                  </a:lnTo>
                  <a:close/>
                  <a:moveTo>
                    <a:pt x="627" y="1178"/>
                  </a:moveTo>
                  <a:lnTo>
                    <a:pt x="641" y="1143"/>
                  </a:lnTo>
                  <a:lnTo>
                    <a:pt x="622" y="1136"/>
                  </a:lnTo>
                  <a:lnTo>
                    <a:pt x="608" y="1171"/>
                  </a:lnTo>
                  <a:lnTo>
                    <a:pt x="627" y="1178"/>
                  </a:lnTo>
                  <a:close/>
                  <a:moveTo>
                    <a:pt x="601" y="1249"/>
                  </a:moveTo>
                  <a:lnTo>
                    <a:pt x="613" y="1214"/>
                  </a:lnTo>
                  <a:lnTo>
                    <a:pt x="596" y="1207"/>
                  </a:lnTo>
                  <a:lnTo>
                    <a:pt x="582" y="1242"/>
                  </a:lnTo>
                  <a:lnTo>
                    <a:pt x="601" y="1249"/>
                  </a:lnTo>
                  <a:close/>
                  <a:moveTo>
                    <a:pt x="575" y="1320"/>
                  </a:moveTo>
                  <a:lnTo>
                    <a:pt x="587" y="1285"/>
                  </a:lnTo>
                  <a:lnTo>
                    <a:pt x="570" y="1278"/>
                  </a:lnTo>
                  <a:lnTo>
                    <a:pt x="556" y="1313"/>
                  </a:lnTo>
                  <a:lnTo>
                    <a:pt x="575" y="1320"/>
                  </a:lnTo>
                  <a:close/>
                  <a:moveTo>
                    <a:pt x="547" y="1391"/>
                  </a:moveTo>
                  <a:lnTo>
                    <a:pt x="561" y="1356"/>
                  </a:lnTo>
                  <a:lnTo>
                    <a:pt x="542" y="1348"/>
                  </a:lnTo>
                  <a:lnTo>
                    <a:pt x="530" y="1384"/>
                  </a:lnTo>
                  <a:lnTo>
                    <a:pt x="547" y="1391"/>
                  </a:lnTo>
                  <a:close/>
                  <a:moveTo>
                    <a:pt x="521" y="1462"/>
                  </a:moveTo>
                  <a:lnTo>
                    <a:pt x="535" y="1427"/>
                  </a:lnTo>
                  <a:lnTo>
                    <a:pt x="516" y="1419"/>
                  </a:lnTo>
                  <a:lnTo>
                    <a:pt x="504" y="1455"/>
                  </a:lnTo>
                  <a:lnTo>
                    <a:pt x="521" y="1462"/>
                  </a:lnTo>
                  <a:close/>
                  <a:moveTo>
                    <a:pt x="495" y="1533"/>
                  </a:moveTo>
                  <a:lnTo>
                    <a:pt x="509" y="1498"/>
                  </a:lnTo>
                  <a:lnTo>
                    <a:pt x="490" y="1490"/>
                  </a:lnTo>
                  <a:lnTo>
                    <a:pt x="478" y="1526"/>
                  </a:lnTo>
                  <a:lnTo>
                    <a:pt x="495" y="1533"/>
                  </a:lnTo>
                  <a:close/>
                  <a:moveTo>
                    <a:pt x="469" y="1604"/>
                  </a:moveTo>
                  <a:lnTo>
                    <a:pt x="480" y="1568"/>
                  </a:lnTo>
                  <a:lnTo>
                    <a:pt x="464" y="1561"/>
                  </a:lnTo>
                  <a:lnTo>
                    <a:pt x="450" y="1597"/>
                  </a:lnTo>
                  <a:lnTo>
                    <a:pt x="469" y="1604"/>
                  </a:lnTo>
                  <a:close/>
                  <a:moveTo>
                    <a:pt x="443" y="1675"/>
                  </a:moveTo>
                  <a:lnTo>
                    <a:pt x="454" y="1639"/>
                  </a:lnTo>
                  <a:lnTo>
                    <a:pt x="438" y="1632"/>
                  </a:lnTo>
                  <a:lnTo>
                    <a:pt x="424" y="1668"/>
                  </a:lnTo>
                  <a:lnTo>
                    <a:pt x="443" y="1675"/>
                  </a:lnTo>
                  <a:close/>
                  <a:moveTo>
                    <a:pt x="417" y="1746"/>
                  </a:moveTo>
                  <a:lnTo>
                    <a:pt x="428" y="1710"/>
                  </a:lnTo>
                  <a:lnTo>
                    <a:pt x="412" y="1703"/>
                  </a:lnTo>
                  <a:lnTo>
                    <a:pt x="398" y="1739"/>
                  </a:lnTo>
                  <a:lnTo>
                    <a:pt x="417" y="1746"/>
                  </a:lnTo>
                  <a:close/>
                  <a:moveTo>
                    <a:pt x="388" y="1817"/>
                  </a:moveTo>
                  <a:lnTo>
                    <a:pt x="402" y="1781"/>
                  </a:lnTo>
                  <a:lnTo>
                    <a:pt x="384" y="1774"/>
                  </a:lnTo>
                  <a:lnTo>
                    <a:pt x="372" y="1810"/>
                  </a:lnTo>
                  <a:lnTo>
                    <a:pt x="388" y="1817"/>
                  </a:lnTo>
                  <a:close/>
                  <a:moveTo>
                    <a:pt x="362" y="1888"/>
                  </a:moveTo>
                  <a:lnTo>
                    <a:pt x="376" y="1852"/>
                  </a:lnTo>
                  <a:lnTo>
                    <a:pt x="358" y="1845"/>
                  </a:lnTo>
                  <a:lnTo>
                    <a:pt x="346" y="1881"/>
                  </a:lnTo>
                  <a:lnTo>
                    <a:pt x="362" y="1888"/>
                  </a:lnTo>
                  <a:close/>
                  <a:moveTo>
                    <a:pt x="336" y="1959"/>
                  </a:moveTo>
                  <a:lnTo>
                    <a:pt x="350" y="1923"/>
                  </a:lnTo>
                  <a:lnTo>
                    <a:pt x="332" y="1916"/>
                  </a:lnTo>
                  <a:lnTo>
                    <a:pt x="317" y="1952"/>
                  </a:lnTo>
                  <a:lnTo>
                    <a:pt x="336" y="1959"/>
                  </a:lnTo>
                  <a:close/>
                  <a:moveTo>
                    <a:pt x="310" y="2030"/>
                  </a:moveTo>
                  <a:lnTo>
                    <a:pt x="322" y="1994"/>
                  </a:lnTo>
                  <a:lnTo>
                    <a:pt x="306" y="1987"/>
                  </a:lnTo>
                  <a:lnTo>
                    <a:pt x="291" y="2023"/>
                  </a:lnTo>
                  <a:lnTo>
                    <a:pt x="310" y="2030"/>
                  </a:lnTo>
                  <a:close/>
                  <a:moveTo>
                    <a:pt x="284" y="2101"/>
                  </a:moveTo>
                  <a:lnTo>
                    <a:pt x="296" y="2065"/>
                  </a:lnTo>
                  <a:lnTo>
                    <a:pt x="279" y="2058"/>
                  </a:lnTo>
                  <a:lnTo>
                    <a:pt x="265" y="2094"/>
                  </a:lnTo>
                  <a:lnTo>
                    <a:pt x="284" y="2101"/>
                  </a:lnTo>
                  <a:close/>
                  <a:moveTo>
                    <a:pt x="256" y="2172"/>
                  </a:moveTo>
                  <a:lnTo>
                    <a:pt x="270" y="2136"/>
                  </a:lnTo>
                  <a:lnTo>
                    <a:pt x="253" y="2129"/>
                  </a:lnTo>
                  <a:lnTo>
                    <a:pt x="239" y="2164"/>
                  </a:lnTo>
                  <a:lnTo>
                    <a:pt x="256" y="2172"/>
                  </a:lnTo>
                  <a:close/>
                  <a:moveTo>
                    <a:pt x="230" y="2243"/>
                  </a:moveTo>
                  <a:lnTo>
                    <a:pt x="244" y="2207"/>
                  </a:lnTo>
                  <a:lnTo>
                    <a:pt x="225" y="2200"/>
                  </a:lnTo>
                  <a:lnTo>
                    <a:pt x="213" y="2235"/>
                  </a:lnTo>
                  <a:lnTo>
                    <a:pt x="230" y="2243"/>
                  </a:lnTo>
                  <a:close/>
                  <a:moveTo>
                    <a:pt x="204" y="2313"/>
                  </a:moveTo>
                  <a:lnTo>
                    <a:pt x="218" y="2278"/>
                  </a:lnTo>
                  <a:lnTo>
                    <a:pt x="199" y="2271"/>
                  </a:lnTo>
                  <a:lnTo>
                    <a:pt x="187" y="2306"/>
                  </a:lnTo>
                  <a:lnTo>
                    <a:pt x="204" y="2313"/>
                  </a:lnTo>
                  <a:close/>
                  <a:moveTo>
                    <a:pt x="178" y="2384"/>
                  </a:moveTo>
                  <a:lnTo>
                    <a:pt x="190" y="2349"/>
                  </a:lnTo>
                  <a:lnTo>
                    <a:pt x="173" y="2342"/>
                  </a:lnTo>
                  <a:lnTo>
                    <a:pt x="159" y="2377"/>
                  </a:lnTo>
                  <a:lnTo>
                    <a:pt x="178" y="2384"/>
                  </a:lnTo>
                  <a:close/>
                  <a:moveTo>
                    <a:pt x="152" y="2455"/>
                  </a:moveTo>
                  <a:lnTo>
                    <a:pt x="164" y="2420"/>
                  </a:lnTo>
                  <a:lnTo>
                    <a:pt x="147" y="2413"/>
                  </a:lnTo>
                  <a:lnTo>
                    <a:pt x="133" y="2448"/>
                  </a:lnTo>
                  <a:lnTo>
                    <a:pt x="152" y="2455"/>
                  </a:lnTo>
                  <a:close/>
                  <a:moveTo>
                    <a:pt x="126" y="2526"/>
                  </a:moveTo>
                  <a:lnTo>
                    <a:pt x="138" y="2491"/>
                  </a:lnTo>
                  <a:lnTo>
                    <a:pt x="121" y="2484"/>
                  </a:lnTo>
                  <a:lnTo>
                    <a:pt x="107" y="2519"/>
                  </a:lnTo>
                  <a:lnTo>
                    <a:pt x="126" y="2526"/>
                  </a:lnTo>
                  <a:close/>
                  <a:moveTo>
                    <a:pt x="97" y="2597"/>
                  </a:moveTo>
                  <a:lnTo>
                    <a:pt x="112" y="2562"/>
                  </a:lnTo>
                  <a:lnTo>
                    <a:pt x="93" y="2555"/>
                  </a:lnTo>
                  <a:lnTo>
                    <a:pt x="81" y="2590"/>
                  </a:lnTo>
                  <a:lnTo>
                    <a:pt x="97" y="2597"/>
                  </a:lnTo>
                  <a:close/>
                  <a:moveTo>
                    <a:pt x="71" y="2668"/>
                  </a:moveTo>
                  <a:lnTo>
                    <a:pt x="86" y="2633"/>
                  </a:lnTo>
                  <a:lnTo>
                    <a:pt x="67" y="2626"/>
                  </a:lnTo>
                  <a:lnTo>
                    <a:pt x="55" y="2661"/>
                  </a:lnTo>
                  <a:lnTo>
                    <a:pt x="71" y="2668"/>
                  </a:lnTo>
                  <a:close/>
                  <a:moveTo>
                    <a:pt x="45" y="2739"/>
                  </a:moveTo>
                  <a:lnTo>
                    <a:pt x="60" y="2704"/>
                  </a:lnTo>
                  <a:lnTo>
                    <a:pt x="41" y="2697"/>
                  </a:lnTo>
                  <a:lnTo>
                    <a:pt x="29" y="2732"/>
                  </a:lnTo>
                  <a:lnTo>
                    <a:pt x="45" y="2739"/>
                  </a:lnTo>
                  <a:close/>
                  <a:moveTo>
                    <a:pt x="19" y="2810"/>
                  </a:moveTo>
                  <a:lnTo>
                    <a:pt x="31" y="2775"/>
                  </a:lnTo>
                  <a:lnTo>
                    <a:pt x="15" y="2768"/>
                  </a:lnTo>
                  <a:lnTo>
                    <a:pt x="0" y="2803"/>
                  </a:lnTo>
                  <a:lnTo>
                    <a:pt x="19" y="281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68572" tIns="34287" rIns="68572" bIns="34287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GB" sz="675"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0" name="Freeform 6"/>
            <p:cNvSpPr>
              <a:spLocks noEditPoints="1"/>
            </p:cNvSpPr>
            <p:nvPr/>
          </p:nvSpPr>
          <p:spPr bwMode="auto">
            <a:xfrm>
              <a:off x="3969053" y="2746268"/>
              <a:ext cx="2131391" cy="1510043"/>
            </a:xfrm>
            <a:custGeom>
              <a:avLst/>
              <a:gdLst>
                <a:gd name="T0" fmla="*/ 106 w 2878"/>
                <a:gd name="T1" fmla="*/ 1977 h 2039"/>
                <a:gd name="T2" fmla="*/ 142 w 2878"/>
                <a:gd name="T3" fmla="*/ 1966 h 2039"/>
                <a:gd name="T4" fmla="*/ 220 w 2878"/>
                <a:gd name="T5" fmla="*/ 1954 h 2039"/>
                <a:gd name="T6" fmla="*/ 324 w 2878"/>
                <a:gd name="T7" fmla="*/ 1914 h 2039"/>
                <a:gd name="T8" fmla="*/ 388 w 2878"/>
                <a:gd name="T9" fmla="*/ 1866 h 2039"/>
                <a:gd name="T10" fmla="*/ 530 w 2878"/>
                <a:gd name="T11" fmla="*/ 1812 h 2039"/>
                <a:gd name="T12" fmla="*/ 563 w 2878"/>
                <a:gd name="T13" fmla="*/ 1798 h 2039"/>
                <a:gd name="T14" fmla="*/ 641 w 2878"/>
                <a:gd name="T15" fmla="*/ 1788 h 2039"/>
                <a:gd name="T16" fmla="*/ 747 w 2878"/>
                <a:gd name="T17" fmla="*/ 1746 h 2039"/>
                <a:gd name="T18" fmla="*/ 811 w 2878"/>
                <a:gd name="T19" fmla="*/ 1701 h 2039"/>
                <a:gd name="T20" fmla="*/ 951 w 2878"/>
                <a:gd name="T21" fmla="*/ 1644 h 2039"/>
                <a:gd name="T22" fmla="*/ 986 w 2878"/>
                <a:gd name="T23" fmla="*/ 1632 h 2039"/>
                <a:gd name="T24" fmla="*/ 1064 w 2878"/>
                <a:gd name="T25" fmla="*/ 1620 h 2039"/>
                <a:gd name="T26" fmla="*/ 1168 w 2878"/>
                <a:gd name="T27" fmla="*/ 1580 h 2039"/>
                <a:gd name="T28" fmla="*/ 1232 w 2878"/>
                <a:gd name="T29" fmla="*/ 1533 h 2039"/>
                <a:gd name="T30" fmla="*/ 1374 w 2878"/>
                <a:gd name="T31" fmla="*/ 1478 h 2039"/>
                <a:gd name="T32" fmla="*/ 1409 w 2878"/>
                <a:gd name="T33" fmla="*/ 1464 h 2039"/>
                <a:gd name="T34" fmla="*/ 1485 w 2878"/>
                <a:gd name="T35" fmla="*/ 1455 h 2039"/>
                <a:gd name="T36" fmla="*/ 1591 w 2878"/>
                <a:gd name="T37" fmla="*/ 1412 h 2039"/>
                <a:gd name="T38" fmla="*/ 1655 w 2878"/>
                <a:gd name="T39" fmla="*/ 1367 h 2039"/>
                <a:gd name="T40" fmla="*/ 1795 w 2878"/>
                <a:gd name="T41" fmla="*/ 1310 h 2039"/>
                <a:gd name="T42" fmla="*/ 1830 w 2878"/>
                <a:gd name="T43" fmla="*/ 1299 h 2039"/>
                <a:gd name="T44" fmla="*/ 1908 w 2878"/>
                <a:gd name="T45" fmla="*/ 1287 h 2039"/>
                <a:gd name="T46" fmla="*/ 2015 w 2878"/>
                <a:gd name="T47" fmla="*/ 1247 h 2039"/>
                <a:gd name="T48" fmla="*/ 2076 w 2878"/>
                <a:gd name="T49" fmla="*/ 1199 h 2039"/>
                <a:gd name="T50" fmla="*/ 2218 w 2878"/>
                <a:gd name="T51" fmla="*/ 1145 h 2039"/>
                <a:gd name="T52" fmla="*/ 2254 w 2878"/>
                <a:gd name="T53" fmla="*/ 1131 h 2039"/>
                <a:gd name="T54" fmla="*/ 2329 w 2878"/>
                <a:gd name="T55" fmla="*/ 1121 h 2039"/>
                <a:gd name="T56" fmla="*/ 2436 w 2878"/>
                <a:gd name="T57" fmla="*/ 1079 h 2039"/>
                <a:gd name="T58" fmla="*/ 2500 w 2878"/>
                <a:gd name="T59" fmla="*/ 1034 h 2039"/>
                <a:gd name="T60" fmla="*/ 2639 w 2878"/>
                <a:gd name="T61" fmla="*/ 977 h 2039"/>
                <a:gd name="T62" fmla="*/ 2675 w 2878"/>
                <a:gd name="T63" fmla="*/ 965 h 2039"/>
                <a:gd name="T64" fmla="*/ 2753 w 2878"/>
                <a:gd name="T65" fmla="*/ 953 h 2039"/>
                <a:gd name="T66" fmla="*/ 2850 w 2878"/>
                <a:gd name="T67" fmla="*/ 894 h 2039"/>
                <a:gd name="T68" fmla="*/ 2781 w 2878"/>
                <a:gd name="T69" fmla="*/ 878 h 2039"/>
                <a:gd name="T70" fmla="*/ 2748 w 2878"/>
                <a:gd name="T71" fmla="*/ 861 h 2039"/>
                <a:gd name="T72" fmla="*/ 2686 w 2878"/>
                <a:gd name="T73" fmla="*/ 811 h 2039"/>
                <a:gd name="T74" fmla="*/ 2585 w 2878"/>
                <a:gd name="T75" fmla="*/ 762 h 2039"/>
                <a:gd name="T76" fmla="*/ 2509 w 2878"/>
                <a:gd name="T77" fmla="*/ 745 h 2039"/>
                <a:gd name="T78" fmla="*/ 2372 w 2878"/>
                <a:gd name="T79" fmla="*/ 679 h 2039"/>
                <a:gd name="T80" fmla="*/ 2339 w 2878"/>
                <a:gd name="T81" fmla="*/ 662 h 2039"/>
                <a:gd name="T82" fmla="*/ 2280 w 2878"/>
                <a:gd name="T83" fmla="*/ 613 h 2039"/>
                <a:gd name="T84" fmla="*/ 2178 w 2878"/>
                <a:gd name="T85" fmla="*/ 563 h 2039"/>
                <a:gd name="T86" fmla="*/ 2100 w 2878"/>
                <a:gd name="T87" fmla="*/ 547 h 2039"/>
                <a:gd name="T88" fmla="*/ 1965 w 2878"/>
                <a:gd name="T89" fmla="*/ 480 h 2039"/>
                <a:gd name="T90" fmla="*/ 1930 w 2878"/>
                <a:gd name="T91" fmla="*/ 464 h 2039"/>
                <a:gd name="T92" fmla="*/ 1871 w 2878"/>
                <a:gd name="T93" fmla="*/ 414 h 2039"/>
                <a:gd name="T94" fmla="*/ 1769 w 2878"/>
                <a:gd name="T95" fmla="*/ 364 h 2039"/>
                <a:gd name="T96" fmla="*/ 1693 w 2878"/>
                <a:gd name="T97" fmla="*/ 348 h 2039"/>
                <a:gd name="T98" fmla="*/ 1556 w 2878"/>
                <a:gd name="T99" fmla="*/ 282 h 2039"/>
                <a:gd name="T100" fmla="*/ 1523 w 2878"/>
                <a:gd name="T101" fmla="*/ 265 h 2039"/>
                <a:gd name="T102" fmla="*/ 1461 w 2878"/>
                <a:gd name="T103" fmla="*/ 215 h 2039"/>
                <a:gd name="T104" fmla="*/ 1360 w 2878"/>
                <a:gd name="T105" fmla="*/ 166 h 2039"/>
                <a:gd name="T106" fmla="*/ 1284 w 2878"/>
                <a:gd name="T107" fmla="*/ 149 h 2039"/>
                <a:gd name="T108" fmla="*/ 1147 w 2878"/>
                <a:gd name="T109" fmla="*/ 83 h 2039"/>
                <a:gd name="T110" fmla="*/ 1114 w 2878"/>
                <a:gd name="T111" fmla="*/ 66 h 2039"/>
                <a:gd name="T112" fmla="*/ 1055 w 2878"/>
                <a:gd name="T113" fmla="*/ 17 h 20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878" h="2039">
                  <a:moveTo>
                    <a:pt x="35" y="2006"/>
                  </a:moveTo>
                  <a:lnTo>
                    <a:pt x="0" y="2020"/>
                  </a:lnTo>
                  <a:lnTo>
                    <a:pt x="7" y="2039"/>
                  </a:lnTo>
                  <a:lnTo>
                    <a:pt x="43" y="2025"/>
                  </a:lnTo>
                  <a:lnTo>
                    <a:pt x="35" y="2006"/>
                  </a:lnTo>
                  <a:close/>
                  <a:moveTo>
                    <a:pt x="106" y="1977"/>
                  </a:moveTo>
                  <a:lnTo>
                    <a:pt x="71" y="1992"/>
                  </a:lnTo>
                  <a:lnTo>
                    <a:pt x="78" y="2011"/>
                  </a:lnTo>
                  <a:lnTo>
                    <a:pt x="113" y="1996"/>
                  </a:lnTo>
                  <a:lnTo>
                    <a:pt x="106" y="1977"/>
                  </a:lnTo>
                  <a:close/>
                  <a:moveTo>
                    <a:pt x="177" y="1951"/>
                  </a:moveTo>
                  <a:lnTo>
                    <a:pt x="142" y="1966"/>
                  </a:lnTo>
                  <a:lnTo>
                    <a:pt x="149" y="1982"/>
                  </a:lnTo>
                  <a:lnTo>
                    <a:pt x="184" y="1968"/>
                  </a:lnTo>
                  <a:lnTo>
                    <a:pt x="177" y="1951"/>
                  </a:lnTo>
                  <a:close/>
                  <a:moveTo>
                    <a:pt x="248" y="1923"/>
                  </a:moveTo>
                  <a:lnTo>
                    <a:pt x="213" y="1937"/>
                  </a:lnTo>
                  <a:lnTo>
                    <a:pt x="220" y="1954"/>
                  </a:lnTo>
                  <a:lnTo>
                    <a:pt x="253" y="1940"/>
                  </a:lnTo>
                  <a:lnTo>
                    <a:pt x="248" y="1923"/>
                  </a:lnTo>
                  <a:close/>
                  <a:moveTo>
                    <a:pt x="317" y="1895"/>
                  </a:moveTo>
                  <a:lnTo>
                    <a:pt x="281" y="1909"/>
                  </a:lnTo>
                  <a:lnTo>
                    <a:pt x="288" y="1928"/>
                  </a:lnTo>
                  <a:lnTo>
                    <a:pt x="324" y="1914"/>
                  </a:lnTo>
                  <a:lnTo>
                    <a:pt x="317" y="1895"/>
                  </a:lnTo>
                  <a:close/>
                  <a:moveTo>
                    <a:pt x="388" y="1866"/>
                  </a:moveTo>
                  <a:lnTo>
                    <a:pt x="352" y="1880"/>
                  </a:lnTo>
                  <a:lnTo>
                    <a:pt x="359" y="1899"/>
                  </a:lnTo>
                  <a:lnTo>
                    <a:pt x="395" y="1885"/>
                  </a:lnTo>
                  <a:lnTo>
                    <a:pt x="388" y="1866"/>
                  </a:lnTo>
                  <a:close/>
                  <a:moveTo>
                    <a:pt x="459" y="1840"/>
                  </a:moveTo>
                  <a:lnTo>
                    <a:pt x="423" y="1854"/>
                  </a:lnTo>
                  <a:lnTo>
                    <a:pt x="430" y="1871"/>
                  </a:lnTo>
                  <a:lnTo>
                    <a:pt x="466" y="1857"/>
                  </a:lnTo>
                  <a:lnTo>
                    <a:pt x="459" y="1840"/>
                  </a:lnTo>
                  <a:close/>
                  <a:moveTo>
                    <a:pt x="530" y="1812"/>
                  </a:moveTo>
                  <a:lnTo>
                    <a:pt x="494" y="1826"/>
                  </a:lnTo>
                  <a:lnTo>
                    <a:pt x="501" y="1843"/>
                  </a:lnTo>
                  <a:lnTo>
                    <a:pt x="537" y="1828"/>
                  </a:lnTo>
                  <a:lnTo>
                    <a:pt x="530" y="1812"/>
                  </a:lnTo>
                  <a:close/>
                  <a:moveTo>
                    <a:pt x="598" y="1784"/>
                  </a:moveTo>
                  <a:lnTo>
                    <a:pt x="563" y="1798"/>
                  </a:lnTo>
                  <a:lnTo>
                    <a:pt x="570" y="1817"/>
                  </a:lnTo>
                  <a:lnTo>
                    <a:pt x="605" y="1802"/>
                  </a:lnTo>
                  <a:lnTo>
                    <a:pt x="598" y="1784"/>
                  </a:lnTo>
                  <a:close/>
                  <a:moveTo>
                    <a:pt x="669" y="1755"/>
                  </a:moveTo>
                  <a:lnTo>
                    <a:pt x="634" y="1769"/>
                  </a:lnTo>
                  <a:lnTo>
                    <a:pt x="641" y="1788"/>
                  </a:lnTo>
                  <a:lnTo>
                    <a:pt x="676" y="1774"/>
                  </a:lnTo>
                  <a:lnTo>
                    <a:pt x="669" y="1755"/>
                  </a:lnTo>
                  <a:close/>
                  <a:moveTo>
                    <a:pt x="740" y="1729"/>
                  </a:moveTo>
                  <a:lnTo>
                    <a:pt x="705" y="1743"/>
                  </a:lnTo>
                  <a:lnTo>
                    <a:pt x="712" y="1760"/>
                  </a:lnTo>
                  <a:lnTo>
                    <a:pt x="747" y="1746"/>
                  </a:lnTo>
                  <a:lnTo>
                    <a:pt x="740" y="1729"/>
                  </a:lnTo>
                  <a:close/>
                  <a:moveTo>
                    <a:pt x="811" y="1701"/>
                  </a:moveTo>
                  <a:lnTo>
                    <a:pt x="776" y="1715"/>
                  </a:lnTo>
                  <a:lnTo>
                    <a:pt x="783" y="1731"/>
                  </a:lnTo>
                  <a:lnTo>
                    <a:pt x="818" y="1717"/>
                  </a:lnTo>
                  <a:lnTo>
                    <a:pt x="811" y="1701"/>
                  </a:lnTo>
                  <a:close/>
                  <a:moveTo>
                    <a:pt x="880" y="1672"/>
                  </a:moveTo>
                  <a:lnTo>
                    <a:pt x="847" y="1687"/>
                  </a:lnTo>
                  <a:lnTo>
                    <a:pt x="851" y="1705"/>
                  </a:lnTo>
                  <a:lnTo>
                    <a:pt x="887" y="1691"/>
                  </a:lnTo>
                  <a:lnTo>
                    <a:pt x="880" y="1672"/>
                  </a:lnTo>
                  <a:close/>
                  <a:moveTo>
                    <a:pt x="951" y="1644"/>
                  </a:moveTo>
                  <a:lnTo>
                    <a:pt x="915" y="1658"/>
                  </a:lnTo>
                  <a:lnTo>
                    <a:pt x="922" y="1677"/>
                  </a:lnTo>
                  <a:lnTo>
                    <a:pt x="958" y="1663"/>
                  </a:lnTo>
                  <a:lnTo>
                    <a:pt x="951" y="1644"/>
                  </a:lnTo>
                  <a:close/>
                  <a:moveTo>
                    <a:pt x="1022" y="1618"/>
                  </a:moveTo>
                  <a:lnTo>
                    <a:pt x="986" y="1632"/>
                  </a:lnTo>
                  <a:lnTo>
                    <a:pt x="993" y="1649"/>
                  </a:lnTo>
                  <a:lnTo>
                    <a:pt x="1029" y="1635"/>
                  </a:lnTo>
                  <a:lnTo>
                    <a:pt x="1022" y="1618"/>
                  </a:lnTo>
                  <a:close/>
                  <a:moveTo>
                    <a:pt x="1092" y="1590"/>
                  </a:moveTo>
                  <a:lnTo>
                    <a:pt x="1057" y="1604"/>
                  </a:lnTo>
                  <a:lnTo>
                    <a:pt x="1064" y="1620"/>
                  </a:lnTo>
                  <a:lnTo>
                    <a:pt x="1100" y="1606"/>
                  </a:lnTo>
                  <a:lnTo>
                    <a:pt x="1092" y="1590"/>
                  </a:lnTo>
                  <a:close/>
                  <a:moveTo>
                    <a:pt x="1161" y="1561"/>
                  </a:moveTo>
                  <a:lnTo>
                    <a:pt x="1128" y="1575"/>
                  </a:lnTo>
                  <a:lnTo>
                    <a:pt x="1133" y="1592"/>
                  </a:lnTo>
                  <a:lnTo>
                    <a:pt x="1168" y="1580"/>
                  </a:lnTo>
                  <a:lnTo>
                    <a:pt x="1161" y="1561"/>
                  </a:lnTo>
                  <a:close/>
                  <a:moveTo>
                    <a:pt x="1232" y="1533"/>
                  </a:moveTo>
                  <a:lnTo>
                    <a:pt x="1197" y="1547"/>
                  </a:lnTo>
                  <a:lnTo>
                    <a:pt x="1204" y="1566"/>
                  </a:lnTo>
                  <a:lnTo>
                    <a:pt x="1239" y="1552"/>
                  </a:lnTo>
                  <a:lnTo>
                    <a:pt x="1232" y="1533"/>
                  </a:lnTo>
                  <a:close/>
                  <a:moveTo>
                    <a:pt x="1303" y="1507"/>
                  </a:moveTo>
                  <a:lnTo>
                    <a:pt x="1267" y="1521"/>
                  </a:lnTo>
                  <a:lnTo>
                    <a:pt x="1275" y="1538"/>
                  </a:lnTo>
                  <a:lnTo>
                    <a:pt x="1310" y="1523"/>
                  </a:lnTo>
                  <a:lnTo>
                    <a:pt x="1303" y="1507"/>
                  </a:lnTo>
                  <a:close/>
                  <a:moveTo>
                    <a:pt x="1374" y="1478"/>
                  </a:moveTo>
                  <a:lnTo>
                    <a:pt x="1338" y="1493"/>
                  </a:lnTo>
                  <a:lnTo>
                    <a:pt x="1346" y="1509"/>
                  </a:lnTo>
                  <a:lnTo>
                    <a:pt x="1381" y="1495"/>
                  </a:lnTo>
                  <a:lnTo>
                    <a:pt x="1374" y="1478"/>
                  </a:lnTo>
                  <a:close/>
                  <a:moveTo>
                    <a:pt x="1442" y="1450"/>
                  </a:moveTo>
                  <a:lnTo>
                    <a:pt x="1409" y="1464"/>
                  </a:lnTo>
                  <a:lnTo>
                    <a:pt x="1416" y="1481"/>
                  </a:lnTo>
                  <a:lnTo>
                    <a:pt x="1450" y="1469"/>
                  </a:lnTo>
                  <a:lnTo>
                    <a:pt x="1442" y="1450"/>
                  </a:lnTo>
                  <a:close/>
                  <a:moveTo>
                    <a:pt x="1513" y="1422"/>
                  </a:moveTo>
                  <a:lnTo>
                    <a:pt x="1478" y="1436"/>
                  </a:lnTo>
                  <a:lnTo>
                    <a:pt x="1485" y="1455"/>
                  </a:lnTo>
                  <a:lnTo>
                    <a:pt x="1521" y="1441"/>
                  </a:lnTo>
                  <a:lnTo>
                    <a:pt x="1513" y="1422"/>
                  </a:lnTo>
                  <a:close/>
                  <a:moveTo>
                    <a:pt x="1584" y="1396"/>
                  </a:moveTo>
                  <a:lnTo>
                    <a:pt x="1549" y="1410"/>
                  </a:lnTo>
                  <a:lnTo>
                    <a:pt x="1556" y="1426"/>
                  </a:lnTo>
                  <a:lnTo>
                    <a:pt x="1591" y="1412"/>
                  </a:lnTo>
                  <a:lnTo>
                    <a:pt x="1584" y="1396"/>
                  </a:lnTo>
                  <a:close/>
                  <a:moveTo>
                    <a:pt x="1655" y="1367"/>
                  </a:moveTo>
                  <a:lnTo>
                    <a:pt x="1620" y="1381"/>
                  </a:lnTo>
                  <a:lnTo>
                    <a:pt x="1627" y="1398"/>
                  </a:lnTo>
                  <a:lnTo>
                    <a:pt x="1662" y="1384"/>
                  </a:lnTo>
                  <a:lnTo>
                    <a:pt x="1655" y="1367"/>
                  </a:lnTo>
                  <a:close/>
                  <a:moveTo>
                    <a:pt x="1726" y="1339"/>
                  </a:moveTo>
                  <a:lnTo>
                    <a:pt x="1691" y="1353"/>
                  </a:lnTo>
                  <a:lnTo>
                    <a:pt x="1698" y="1370"/>
                  </a:lnTo>
                  <a:lnTo>
                    <a:pt x="1731" y="1358"/>
                  </a:lnTo>
                  <a:lnTo>
                    <a:pt x="1726" y="1339"/>
                  </a:lnTo>
                  <a:close/>
                  <a:moveTo>
                    <a:pt x="1795" y="1310"/>
                  </a:moveTo>
                  <a:lnTo>
                    <a:pt x="1759" y="1325"/>
                  </a:lnTo>
                  <a:lnTo>
                    <a:pt x="1766" y="1344"/>
                  </a:lnTo>
                  <a:lnTo>
                    <a:pt x="1802" y="1329"/>
                  </a:lnTo>
                  <a:lnTo>
                    <a:pt x="1795" y="1310"/>
                  </a:lnTo>
                  <a:close/>
                  <a:moveTo>
                    <a:pt x="1866" y="1284"/>
                  </a:moveTo>
                  <a:lnTo>
                    <a:pt x="1830" y="1299"/>
                  </a:lnTo>
                  <a:lnTo>
                    <a:pt x="1837" y="1315"/>
                  </a:lnTo>
                  <a:lnTo>
                    <a:pt x="1873" y="1301"/>
                  </a:lnTo>
                  <a:lnTo>
                    <a:pt x="1866" y="1284"/>
                  </a:lnTo>
                  <a:close/>
                  <a:moveTo>
                    <a:pt x="1937" y="1256"/>
                  </a:moveTo>
                  <a:lnTo>
                    <a:pt x="1901" y="1270"/>
                  </a:lnTo>
                  <a:lnTo>
                    <a:pt x="1908" y="1287"/>
                  </a:lnTo>
                  <a:lnTo>
                    <a:pt x="1944" y="1273"/>
                  </a:lnTo>
                  <a:lnTo>
                    <a:pt x="1937" y="1256"/>
                  </a:lnTo>
                  <a:close/>
                  <a:moveTo>
                    <a:pt x="2008" y="1228"/>
                  </a:moveTo>
                  <a:lnTo>
                    <a:pt x="1972" y="1242"/>
                  </a:lnTo>
                  <a:lnTo>
                    <a:pt x="1979" y="1258"/>
                  </a:lnTo>
                  <a:lnTo>
                    <a:pt x="2015" y="1247"/>
                  </a:lnTo>
                  <a:lnTo>
                    <a:pt x="2008" y="1228"/>
                  </a:lnTo>
                  <a:close/>
                  <a:moveTo>
                    <a:pt x="2076" y="1199"/>
                  </a:moveTo>
                  <a:lnTo>
                    <a:pt x="2041" y="1214"/>
                  </a:lnTo>
                  <a:lnTo>
                    <a:pt x="2048" y="1232"/>
                  </a:lnTo>
                  <a:lnTo>
                    <a:pt x="2083" y="1218"/>
                  </a:lnTo>
                  <a:lnTo>
                    <a:pt x="2076" y="1199"/>
                  </a:lnTo>
                  <a:close/>
                  <a:moveTo>
                    <a:pt x="2147" y="1173"/>
                  </a:moveTo>
                  <a:lnTo>
                    <a:pt x="2112" y="1187"/>
                  </a:lnTo>
                  <a:lnTo>
                    <a:pt x="2119" y="1204"/>
                  </a:lnTo>
                  <a:lnTo>
                    <a:pt x="2154" y="1190"/>
                  </a:lnTo>
                  <a:lnTo>
                    <a:pt x="2147" y="1173"/>
                  </a:lnTo>
                  <a:close/>
                  <a:moveTo>
                    <a:pt x="2218" y="1145"/>
                  </a:moveTo>
                  <a:lnTo>
                    <a:pt x="2183" y="1159"/>
                  </a:lnTo>
                  <a:lnTo>
                    <a:pt x="2190" y="1176"/>
                  </a:lnTo>
                  <a:lnTo>
                    <a:pt x="2225" y="1161"/>
                  </a:lnTo>
                  <a:lnTo>
                    <a:pt x="2218" y="1145"/>
                  </a:lnTo>
                  <a:close/>
                  <a:moveTo>
                    <a:pt x="2289" y="1117"/>
                  </a:moveTo>
                  <a:lnTo>
                    <a:pt x="2254" y="1131"/>
                  </a:lnTo>
                  <a:lnTo>
                    <a:pt x="2261" y="1147"/>
                  </a:lnTo>
                  <a:lnTo>
                    <a:pt x="2296" y="1135"/>
                  </a:lnTo>
                  <a:lnTo>
                    <a:pt x="2289" y="1117"/>
                  </a:lnTo>
                  <a:close/>
                  <a:moveTo>
                    <a:pt x="2358" y="1088"/>
                  </a:moveTo>
                  <a:lnTo>
                    <a:pt x="2325" y="1102"/>
                  </a:lnTo>
                  <a:lnTo>
                    <a:pt x="2329" y="1121"/>
                  </a:lnTo>
                  <a:lnTo>
                    <a:pt x="2365" y="1107"/>
                  </a:lnTo>
                  <a:lnTo>
                    <a:pt x="2358" y="1088"/>
                  </a:lnTo>
                  <a:close/>
                  <a:moveTo>
                    <a:pt x="2429" y="1062"/>
                  </a:moveTo>
                  <a:lnTo>
                    <a:pt x="2393" y="1076"/>
                  </a:lnTo>
                  <a:lnTo>
                    <a:pt x="2400" y="1093"/>
                  </a:lnTo>
                  <a:lnTo>
                    <a:pt x="2436" y="1079"/>
                  </a:lnTo>
                  <a:lnTo>
                    <a:pt x="2429" y="1062"/>
                  </a:lnTo>
                  <a:close/>
                  <a:moveTo>
                    <a:pt x="2500" y="1034"/>
                  </a:moveTo>
                  <a:lnTo>
                    <a:pt x="2464" y="1048"/>
                  </a:lnTo>
                  <a:lnTo>
                    <a:pt x="2471" y="1064"/>
                  </a:lnTo>
                  <a:lnTo>
                    <a:pt x="2507" y="1050"/>
                  </a:lnTo>
                  <a:lnTo>
                    <a:pt x="2500" y="1034"/>
                  </a:lnTo>
                  <a:close/>
                  <a:moveTo>
                    <a:pt x="2570" y="1005"/>
                  </a:moveTo>
                  <a:lnTo>
                    <a:pt x="2535" y="1020"/>
                  </a:lnTo>
                  <a:lnTo>
                    <a:pt x="2542" y="1036"/>
                  </a:lnTo>
                  <a:lnTo>
                    <a:pt x="2578" y="1024"/>
                  </a:lnTo>
                  <a:lnTo>
                    <a:pt x="2570" y="1005"/>
                  </a:lnTo>
                  <a:close/>
                  <a:moveTo>
                    <a:pt x="2639" y="977"/>
                  </a:moveTo>
                  <a:lnTo>
                    <a:pt x="2606" y="991"/>
                  </a:lnTo>
                  <a:lnTo>
                    <a:pt x="2613" y="1010"/>
                  </a:lnTo>
                  <a:lnTo>
                    <a:pt x="2646" y="996"/>
                  </a:lnTo>
                  <a:lnTo>
                    <a:pt x="2639" y="977"/>
                  </a:lnTo>
                  <a:close/>
                  <a:moveTo>
                    <a:pt x="2710" y="951"/>
                  </a:moveTo>
                  <a:lnTo>
                    <a:pt x="2675" y="965"/>
                  </a:lnTo>
                  <a:lnTo>
                    <a:pt x="2682" y="982"/>
                  </a:lnTo>
                  <a:lnTo>
                    <a:pt x="2717" y="968"/>
                  </a:lnTo>
                  <a:lnTo>
                    <a:pt x="2710" y="951"/>
                  </a:lnTo>
                  <a:close/>
                  <a:moveTo>
                    <a:pt x="2781" y="923"/>
                  </a:moveTo>
                  <a:lnTo>
                    <a:pt x="2745" y="937"/>
                  </a:lnTo>
                  <a:lnTo>
                    <a:pt x="2753" y="953"/>
                  </a:lnTo>
                  <a:lnTo>
                    <a:pt x="2788" y="939"/>
                  </a:lnTo>
                  <a:lnTo>
                    <a:pt x="2781" y="923"/>
                  </a:lnTo>
                  <a:close/>
                  <a:moveTo>
                    <a:pt x="2850" y="911"/>
                  </a:moveTo>
                  <a:lnTo>
                    <a:pt x="2850" y="913"/>
                  </a:lnTo>
                  <a:lnTo>
                    <a:pt x="2854" y="904"/>
                  </a:lnTo>
                  <a:lnTo>
                    <a:pt x="2850" y="894"/>
                  </a:lnTo>
                  <a:lnTo>
                    <a:pt x="2816" y="908"/>
                  </a:lnTo>
                  <a:lnTo>
                    <a:pt x="2824" y="925"/>
                  </a:lnTo>
                  <a:lnTo>
                    <a:pt x="2878" y="904"/>
                  </a:lnTo>
                  <a:lnTo>
                    <a:pt x="2857" y="894"/>
                  </a:lnTo>
                  <a:lnTo>
                    <a:pt x="2850" y="911"/>
                  </a:lnTo>
                  <a:close/>
                  <a:moveTo>
                    <a:pt x="2781" y="878"/>
                  </a:moveTo>
                  <a:lnTo>
                    <a:pt x="2814" y="894"/>
                  </a:lnTo>
                  <a:lnTo>
                    <a:pt x="2824" y="878"/>
                  </a:lnTo>
                  <a:lnTo>
                    <a:pt x="2790" y="861"/>
                  </a:lnTo>
                  <a:lnTo>
                    <a:pt x="2781" y="878"/>
                  </a:lnTo>
                  <a:close/>
                  <a:moveTo>
                    <a:pt x="2712" y="845"/>
                  </a:moveTo>
                  <a:lnTo>
                    <a:pt x="2748" y="861"/>
                  </a:lnTo>
                  <a:lnTo>
                    <a:pt x="2755" y="845"/>
                  </a:lnTo>
                  <a:lnTo>
                    <a:pt x="2722" y="828"/>
                  </a:lnTo>
                  <a:lnTo>
                    <a:pt x="2712" y="845"/>
                  </a:lnTo>
                  <a:close/>
                  <a:moveTo>
                    <a:pt x="2644" y="811"/>
                  </a:moveTo>
                  <a:lnTo>
                    <a:pt x="2679" y="828"/>
                  </a:lnTo>
                  <a:lnTo>
                    <a:pt x="2686" y="811"/>
                  </a:lnTo>
                  <a:lnTo>
                    <a:pt x="2653" y="795"/>
                  </a:lnTo>
                  <a:lnTo>
                    <a:pt x="2644" y="811"/>
                  </a:lnTo>
                  <a:close/>
                  <a:moveTo>
                    <a:pt x="2578" y="778"/>
                  </a:moveTo>
                  <a:lnTo>
                    <a:pt x="2611" y="795"/>
                  </a:lnTo>
                  <a:lnTo>
                    <a:pt x="2620" y="778"/>
                  </a:lnTo>
                  <a:lnTo>
                    <a:pt x="2585" y="762"/>
                  </a:lnTo>
                  <a:lnTo>
                    <a:pt x="2578" y="778"/>
                  </a:lnTo>
                  <a:close/>
                  <a:moveTo>
                    <a:pt x="2509" y="745"/>
                  </a:moveTo>
                  <a:lnTo>
                    <a:pt x="2542" y="762"/>
                  </a:lnTo>
                  <a:lnTo>
                    <a:pt x="2552" y="745"/>
                  </a:lnTo>
                  <a:lnTo>
                    <a:pt x="2516" y="729"/>
                  </a:lnTo>
                  <a:lnTo>
                    <a:pt x="2509" y="745"/>
                  </a:lnTo>
                  <a:close/>
                  <a:moveTo>
                    <a:pt x="2440" y="712"/>
                  </a:moveTo>
                  <a:lnTo>
                    <a:pt x="2476" y="729"/>
                  </a:lnTo>
                  <a:lnTo>
                    <a:pt x="2483" y="712"/>
                  </a:lnTo>
                  <a:lnTo>
                    <a:pt x="2450" y="696"/>
                  </a:lnTo>
                  <a:lnTo>
                    <a:pt x="2440" y="712"/>
                  </a:lnTo>
                  <a:close/>
                  <a:moveTo>
                    <a:pt x="2372" y="679"/>
                  </a:moveTo>
                  <a:lnTo>
                    <a:pt x="2407" y="696"/>
                  </a:lnTo>
                  <a:lnTo>
                    <a:pt x="2414" y="679"/>
                  </a:lnTo>
                  <a:lnTo>
                    <a:pt x="2381" y="662"/>
                  </a:lnTo>
                  <a:lnTo>
                    <a:pt x="2372" y="679"/>
                  </a:lnTo>
                  <a:close/>
                  <a:moveTo>
                    <a:pt x="2306" y="646"/>
                  </a:moveTo>
                  <a:lnTo>
                    <a:pt x="2339" y="662"/>
                  </a:lnTo>
                  <a:lnTo>
                    <a:pt x="2346" y="646"/>
                  </a:lnTo>
                  <a:lnTo>
                    <a:pt x="2313" y="629"/>
                  </a:lnTo>
                  <a:lnTo>
                    <a:pt x="2306" y="646"/>
                  </a:lnTo>
                  <a:close/>
                  <a:moveTo>
                    <a:pt x="2237" y="613"/>
                  </a:moveTo>
                  <a:lnTo>
                    <a:pt x="2270" y="629"/>
                  </a:lnTo>
                  <a:lnTo>
                    <a:pt x="2280" y="613"/>
                  </a:lnTo>
                  <a:lnTo>
                    <a:pt x="2244" y="596"/>
                  </a:lnTo>
                  <a:lnTo>
                    <a:pt x="2237" y="613"/>
                  </a:lnTo>
                  <a:close/>
                  <a:moveTo>
                    <a:pt x="2168" y="580"/>
                  </a:moveTo>
                  <a:lnTo>
                    <a:pt x="2202" y="596"/>
                  </a:lnTo>
                  <a:lnTo>
                    <a:pt x="2211" y="580"/>
                  </a:lnTo>
                  <a:lnTo>
                    <a:pt x="2178" y="563"/>
                  </a:lnTo>
                  <a:lnTo>
                    <a:pt x="2168" y="580"/>
                  </a:lnTo>
                  <a:close/>
                  <a:moveTo>
                    <a:pt x="2100" y="547"/>
                  </a:moveTo>
                  <a:lnTo>
                    <a:pt x="2135" y="563"/>
                  </a:lnTo>
                  <a:lnTo>
                    <a:pt x="2142" y="547"/>
                  </a:lnTo>
                  <a:lnTo>
                    <a:pt x="2109" y="530"/>
                  </a:lnTo>
                  <a:lnTo>
                    <a:pt x="2100" y="547"/>
                  </a:lnTo>
                  <a:close/>
                  <a:moveTo>
                    <a:pt x="2034" y="513"/>
                  </a:moveTo>
                  <a:lnTo>
                    <a:pt x="2067" y="530"/>
                  </a:lnTo>
                  <a:lnTo>
                    <a:pt x="2074" y="513"/>
                  </a:lnTo>
                  <a:lnTo>
                    <a:pt x="2041" y="497"/>
                  </a:lnTo>
                  <a:lnTo>
                    <a:pt x="2034" y="513"/>
                  </a:lnTo>
                  <a:close/>
                  <a:moveTo>
                    <a:pt x="1965" y="480"/>
                  </a:moveTo>
                  <a:lnTo>
                    <a:pt x="1998" y="497"/>
                  </a:lnTo>
                  <a:lnTo>
                    <a:pt x="2008" y="480"/>
                  </a:lnTo>
                  <a:lnTo>
                    <a:pt x="1972" y="464"/>
                  </a:lnTo>
                  <a:lnTo>
                    <a:pt x="1965" y="480"/>
                  </a:lnTo>
                  <a:close/>
                  <a:moveTo>
                    <a:pt x="1897" y="447"/>
                  </a:moveTo>
                  <a:lnTo>
                    <a:pt x="1930" y="464"/>
                  </a:lnTo>
                  <a:lnTo>
                    <a:pt x="1939" y="447"/>
                  </a:lnTo>
                  <a:lnTo>
                    <a:pt x="1904" y="431"/>
                  </a:lnTo>
                  <a:lnTo>
                    <a:pt x="1897" y="447"/>
                  </a:lnTo>
                  <a:close/>
                  <a:moveTo>
                    <a:pt x="1828" y="414"/>
                  </a:moveTo>
                  <a:lnTo>
                    <a:pt x="1863" y="431"/>
                  </a:lnTo>
                  <a:lnTo>
                    <a:pt x="1871" y="414"/>
                  </a:lnTo>
                  <a:lnTo>
                    <a:pt x="1837" y="398"/>
                  </a:lnTo>
                  <a:lnTo>
                    <a:pt x="1828" y="414"/>
                  </a:lnTo>
                  <a:close/>
                  <a:moveTo>
                    <a:pt x="1759" y="381"/>
                  </a:moveTo>
                  <a:lnTo>
                    <a:pt x="1795" y="398"/>
                  </a:lnTo>
                  <a:lnTo>
                    <a:pt x="1802" y="381"/>
                  </a:lnTo>
                  <a:lnTo>
                    <a:pt x="1769" y="364"/>
                  </a:lnTo>
                  <a:lnTo>
                    <a:pt x="1759" y="381"/>
                  </a:lnTo>
                  <a:close/>
                  <a:moveTo>
                    <a:pt x="1693" y="348"/>
                  </a:moveTo>
                  <a:lnTo>
                    <a:pt x="1726" y="364"/>
                  </a:lnTo>
                  <a:lnTo>
                    <a:pt x="1736" y="348"/>
                  </a:lnTo>
                  <a:lnTo>
                    <a:pt x="1700" y="331"/>
                  </a:lnTo>
                  <a:lnTo>
                    <a:pt x="1693" y="348"/>
                  </a:lnTo>
                  <a:close/>
                  <a:moveTo>
                    <a:pt x="1625" y="315"/>
                  </a:moveTo>
                  <a:lnTo>
                    <a:pt x="1658" y="331"/>
                  </a:lnTo>
                  <a:lnTo>
                    <a:pt x="1667" y="315"/>
                  </a:lnTo>
                  <a:lnTo>
                    <a:pt x="1632" y="298"/>
                  </a:lnTo>
                  <a:lnTo>
                    <a:pt x="1625" y="315"/>
                  </a:lnTo>
                  <a:close/>
                  <a:moveTo>
                    <a:pt x="1556" y="282"/>
                  </a:moveTo>
                  <a:lnTo>
                    <a:pt x="1589" y="298"/>
                  </a:lnTo>
                  <a:lnTo>
                    <a:pt x="1599" y="282"/>
                  </a:lnTo>
                  <a:lnTo>
                    <a:pt x="1565" y="265"/>
                  </a:lnTo>
                  <a:lnTo>
                    <a:pt x="1556" y="282"/>
                  </a:lnTo>
                  <a:close/>
                  <a:moveTo>
                    <a:pt x="1487" y="249"/>
                  </a:moveTo>
                  <a:lnTo>
                    <a:pt x="1523" y="265"/>
                  </a:lnTo>
                  <a:lnTo>
                    <a:pt x="1530" y="249"/>
                  </a:lnTo>
                  <a:lnTo>
                    <a:pt x="1497" y="232"/>
                  </a:lnTo>
                  <a:lnTo>
                    <a:pt x="1487" y="249"/>
                  </a:lnTo>
                  <a:close/>
                  <a:moveTo>
                    <a:pt x="1421" y="215"/>
                  </a:moveTo>
                  <a:lnTo>
                    <a:pt x="1454" y="232"/>
                  </a:lnTo>
                  <a:lnTo>
                    <a:pt x="1461" y="215"/>
                  </a:lnTo>
                  <a:lnTo>
                    <a:pt x="1428" y="199"/>
                  </a:lnTo>
                  <a:lnTo>
                    <a:pt x="1421" y="215"/>
                  </a:lnTo>
                  <a:close/>
                  <a:moveTo>
                    <a:pt x="1353" y="182"/>
                  </a:moveTo>
                  <a:lnTo>
                    <a:pt x="1386" y="199"/>
                  </a:lnTo>
                  <a:lnTo>
                    <a:pt x="1395" y="182"/>
                  </a:lnTo>
                  <a:lnTo>
                    <a:pt x="1360" y="166"/>
                  </a:lnTo>
                  <a:lnTo>
                    <a:pt x="1353" y="182"/>
                  </a:lnTo>
                  <a:close/>
                  <a:moveTo>
                    <a:pt x="1284" y="149"/>
                  </a:moveTo>
                  <a:lnTo>
                    <a:pt x="1317" y="166"/>
                  </a:lnTo>
                  <a:lnTo>
                    <a:pt x="1327" y="149"/>
                  </a:lnTo>
                  <a:lnTo>
                    <a:pt x="1291" y="133"/>
                  </a:lnTo>
                  <a:lnTo>
                    <a:pt x="1284" y="149"/>
                  </a:lnTo>
                  <a:close/>
                  <a:moveTo>
                    <a:pt x="1215" y="116"/>
                  </a:moveTo>
                  <a:lnTo>
                    <a:pt x="1251" y="133"/>
                  </a:lnTo>
                  <a:lnTo>
                    <a:pt x="1258" y="116"/>
                  </a:lnTo>
                  <a:lnTo>
                    <a:pt x="1225" y="100"/>
                  </a:lnTo>
                  <a:lnTo>
                    <a:pt x="1215" y="116"/>
                  </a:lnTo>
                  <a:close/>
                  <a:moveTo>
                    <a:pt x="1147" y="83"/>
                  </a:moveTo>
                  <a:lnTo>
                    <a:pt x="1182" y="100"/>
                  </a:lnTo>
                  <a:lnTo>
                    <a:pt x="1189" y="83"/>
                  </a:lnTo>
                  <a:lnTo>
                    <a:pt x="1156" y="66"/>
                  </a:lnTo>
                  <a:lnTo>
                    <a:pt x="1147" y="83"/>
                  </a:lnTo>
                  <a:close/>
                  <a:moveTo>
                    <a:pt x="1081" y="50"/>
                  </a:moveTo>
                  <a:lnTo>
                    <a:pt x="1114" y="66"/>
                  </a:lnTo>
                  <a:lnTo>
                    <a:pt x="1123" y="50"/>
                  </a:lnTo>
                  <a:lnTo>
                    <a:pt x="1088" y="33"/>
                  </a:lnTo>
                  <a:lnTo>
                    <a:pt x="1081" y="50"/>
                  </a:lnTo>
                  <a:close/>
                  <a:moveTo>
                    <a:pt x="1012" y="17"/>
                  </a:moveTo>
                  <a:lnTo>
                    <a:pt x="1045" y="33"/>
                  </a:lnTo>
                  <a:lnTo>
                    <a:pt x="1055" y="17"/>
                  </a:lnTo>
                  <a:lnTo>
                    <a:pt x="1019" y="0"/>
                  </a:lnTo>
                  <a:lnTo>
                    <a:pt x="1012" y="17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68572" tIns="34287" rIns="68572" bIns="34287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GB" sz="675"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1" name="Freeform 7"/>
            <p:cNvSpPr>
              <a:spLocks noEditPoints="1"/>
            </p:cNvSpPr>
            <p:nvPr/>
          </p:nvSpPr>
          <p:spPr bwMode="auto">
            <a:xfrm>
              <a:off x="6076004" y="2122700"/>
              <a:ext cx="1693708" cy="1303421"/>
            </a:xfrm>
            <a:custGeom>
              <a:avLst/>
              <a:gdLst>
                <a:gd name="T0" fmla="*/ 90 w 2287"/>
                <a:gd name="T1" fmla="*/ 40 h 1760"/>
                <a:gd name="T2" fmla="*/ 85 w 2287"/>
                <a:gd name="T3" fmla="*/ 116 h 1760"/>
                <a:gd name="T4" fmla="*/ 83 w 2287"/>
                <a:gd name="T5" fmla="*/ 192 h 1760"/>
                <a:gd name="T6" fmla="*/ 80 w 2287"/>
                <a:gd name="T7" fmla="*/ 267 h 1760"/>
                <a:gd name="T8" fmla="*/ 75 w 2287"/>
                <a:gd name="T9" fmla="*/ 343 h 1760"/>
                <a:gd name="T10" fmla="*/ 73 w 2287"/>
                <a:gd name="T11" fmla="*/ 419 h 1760"/>
                <a:gd name="T12" fmla="*/ 71 w 2287"/>
                <a:gd name="T13" fmla="*/ 495 h 1760"/>
                <a:gd name="T14" fmla="*/ 66 w 2287"/>
                <a:gd name="T15" fmla="*/ 568 h 1760"/>
                <a:gd name="T16" fmla="*/ 64 w 2287"/>
                <a:gd name="T17" fmla="*/ 644 h 1760"/>
                <a:gd name="T18" fmla="*/ 61 w 2287"/>
                <a:gd name="T19" fmla="*/ 719 h 1760"/>
                <a:gd name="T20" fmla="*/ 57 w 2287"/>
                <a:gd name="T21" fmla="*/ 795 h 1760"/>
                <a:gd name="T22" fmla="*/ 54 w 2287"/>
                <a:gd name="T23" fmla="*/ 871 h 1760"/>
                <a:gd name="T24" fmla="*/ 52 w 2287"/>
                <a:gd name="T25" fmla="*/ 946 h 1760"/>
                <a:gd name="T26" fmla="*/ 47 w 2287"/>
                <a:gd name="T27" fmla="*/ 1022 h 1760"/>
                <a:gd name="T28" fmla="*/ 45 w 2287"/>
                <a:gd name="T29" fmla="*/ 1098 h 1760"/>
                <a:gd name="T30" fmla="*/ 42 w 2287"/>
                <a:gd name="T31" fmla="*/ 1173 h 1760"/>
                <a:gd name="T32" fmla="*/ 40 w 2287"/>
                <a:gd name="T33" fmla="*/ 1249 h 1760"/>
                <a:gd name="T34" fmla="*/ 35 w 2287"/>
                <a:gd name="T35" fmla="*/ 1325 h 1760"/>
                <a:gd name="T36" fmla="*/ 33 w 2287"/>
                <a:gd name="T37" fmla="*/ 1400 h 1760"/>
                <a:gd name="T38" fmla="*/ 31 w 2287"/>
                <a:gd name="T39" fmla="*/ 1476 h 1760"/>
                <a:gd name="T40" fmla="*/ 26 w 2287"/>
                <a:gd name="T41" fmla="*/ 1552 h 1760"/>
                <a:gd name="T42" fmla="*/ 23 w 2287"/>
                <a:gd name="T43" fmla="*/ 1627 h 1760"/>
                <a:gd name="T44" fmla="*/ 21 w 2287"/>
                <a:gd name="T45" fmla="*/ 1703 h 1760"/>
                <a:gd name="T46" fmla="*/ 19 w 2287"/>
                <a:gd name="T47" fmla="*/ 1741 h 1760"/>
                <a:gd name="T48" fmla="*/ 35 w 2287"/>
                <a:gd name="T49" fmla="*/ 1724 h 1760"/>
                <a:gd name="T50" fmla="*/ 106 w 2287"/>
                <a:gd name="T51" fmla="*/ 1696 h 1760"/>
                <a:gd name="T52" fmla="*/ 177 w 2287"/>
                <a:gd name="T53" fmla="*/ 1668 h 1760"/>
                <a:gd name="T54" fmla="*/ 246 w 2287"/>
                <a:gd name="T55" fmla="*/ 1639 h 1760"/>
                <a:gd name="T56" fmla="*/ 317 w 2287"/>
                <a:gd name="T57" fmla="*/ 1611 h 1760"/>
                <a:gd name="T58" fmla="*/ 385 w 2287"/>
                <a:gd name="T59" fmla="*/ 1582 h 1760"/>
                <a:gd name="T60" fmla="*/ 456 w 2287"/>
                <a:gd name="T61" fmla="*/ 1554 h 1760"/>
                <a:gd name="T62" fmla="*/ 527 w 2287"/>
                <a:gd name="T63" fmla="*/ 1523 h 1760"/>
                <a:gd name="T64" fmla="*/ 596 w 2287"/>
                <a:gd name="T65" fmla="*/ 1495 h 1760"/>
                <a:gd name="T66" fmla="*/ 667 w 2287"/>
                <a:gd name="T67" fmla="*/ 1467 h 1760"/>
                <a:gd name="T68" fmla="*/ 738 w 2287"/>
                <a:gd name="T69" fmla="*/ 1438 h 1760"/>
                <a:gd name="T70" fmla="*/ 806 w 2287"/>
                <a:gd name="T71" fmla="*/ 1410 h 1760"/>
                <a:gd name="T72" fmla="*/ 877 w 2287"/>
                <a:gd name="T73" fmla="*/ 1381 h 1760"/>
                <a:gd name="T74" fmla="*/ 946 w 2287"/>
                <a:gd name="T75" fmla="*/ 1353 h 1760"/>
                <a:gd name="T76" fmla="*/ 1017 w 2287"/>
                <a:gd name="T77" fmla="*/ 1325 h 1760"/>
                <a:gd name="T78" fmla="*/ 1088 w 2287"/>
                <a:gd name="T79" fmla="*/ 1296 h 1760"/>
                <a:gd name="T80" fmla="*/ 1156 w 2287"/>
                <a:gd name="T81" fmla="*/ 1268 h 1760"/>
                <a:gd name="T82" fmla="*/ 1227 w 2287"/>
                <a:gd name="T83" fmla="*/ 1240 h 1760"/>
                <a:gd name="T84" fmla="*/ 1298 w 2287"/>
                <a:gd name="T85" fmla="*/ 1211 h 1760"/>
                <a:gd name="T86" fmla="*/ 1367 w 2287"/>
                <a:gd name="T87" fmla="*/ 1180 h 1760"/>
                <a:gd name="T88" fmla="*/ 1438 w 2287"/>
                <a:gd name="T89" fmla="*/ 1152 h 1760"/>
                <a:gd name="T90" fmla="*/ 1509 w 2287"/>
                <a:gd name="T91" fmla="*/ 1124 h 1760"/>
                <a:gd name="T92" fmla="*/ 1577 w 2287"/>
                <a:gd name="T93" fmla="*/ 1095 h 1760"/>
                <a:gd name="T94" fmla="*/ 1648 w 2287"/>
                <a:gd name="T95" fmla="*/ 1067 h 1760"/>
                <a:gd name="T96" fmla="*/ 1717 w 2287"/>
                <a:gd name="T97" fmla="*/ 1038 h 1760"/>
                <a:gd name="T98" fmla="*/ 1788 w 2287"/>
                <a:gd name="T99" fmla="*/ 1010 h 1760"/>
                <a:gd name="T100" fmla="*/ 1859 w 2287"/>
                <a:gd name="T101" fmla="*/ 982 h 1760"/>
                <a:gd name="T102" fmla="*/ 1927 w 2287"/>
                <a:gd name="T103" fmla="*/ 953 h 1760"/>
                <a:gd name="T104" fmla="*/ 1998 w 2287"/>
                <a:gd name="T105" fmla="*/ 925 h 1760"/>
                <a:gd name="T106" fmla="*/ 2069 w 2287"/>
                <a:gd name="T107" fmla="*/ 897 h 1760"/>
                <a:gd name="T108" fmla="*/ 2138 w 2287"/>
                <a:gd name="T109" fmla="*/ 868 h 1760"/>
                <a:gd name="T110" fmla="*/ 2209 w 2287"/>
                <a:gd name="T111" fmla="*/ 840 h 1760"/>
                <a:gd name="T112" fmla="*/ 2277 w 2287"/>
                <a:gd name="T113" fmla="*/ 809 h 1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2287" h="1760">
                  <a:moveTo>
                    <a:pt x="90" y="40"/>
                  </a:moveTo>
                  <a:lnTo>
                    <a:pt x="90" y="3"/>
                  </a:lnTo>
                  <a:lnTo>
                    <a:pt x="71" y="0"/>
                  </a:lnTo>
                  <a:lnTo>
                    <a:pt x="71" y="38"/>
                  </a:lnTo>
                  <a:lnTo>
                    <a:pt x="90" y="40"/>
                  </a:lnTo>
                  <a:close/>
                  <a:moveTo>
                    <a:pt x="85" y="116"/>
                  </a:moveTo>
                  <a:lnTo>
                    <a:pt x="87" y="78"/>
                  </a:lnTo>
                  <a:lnTo>
                    <a:pt x="68" y="76"/>
                  </a:lnTo>
                  <a:lnTo>
                    <a:pt x="66" y="114"/>
                  </a:lnTo>
                  <a:lnTo>
                    <a:pt x="85" y="116"/>
                  </a:lnTo>
                  <a:close/>
                  <a:moveTo>
                    <a:pt x="83" y="192"/>
                  </a:moveTo>
                  <a:lnTo>
                    <a:pt x="85" y="154"/>
                  </a:lnTo>
                  <a:lnTo>
                    <a:pt x="66" y="152"/>
                  </a:lnTo>
                  <a:lnTo>
                    <a:pt x="64" y="189"/>
                  </a:lnTo>
                  <a:lnTo>
                    <a:pt x="83" y="192"/>
                  </a:lnTo>
                  <a:close/>
                  <a:moveTo>
                    <a:pt x="80" y="267"/>
                  </a:moveTo>
                  <a:lnTo>
                    <a:pt x="80" y="230"/>
                  </a:lnTo>
                  <a:lnTo>
                    <a:pt x="61" y="227"/>
                  </a:lnTo>
                  <a:lnTo>
                    <a:pt x="61" y="265"/>
                  </a:lnTo>
                  <a:lnTo>
                    <a:pt x="80" y="267"/>
                  </a:lnTo>
                  <a:close/>
                  <a:moveTo>
                    <a:pt x="75" y="343"/>
                  </a:moveTo>
                  <a:lnTo>
                    <a:pt x="78" y="305"/>
                  </a:lnTo>
                  <a:lnTo>
                    <a:pt x="59" y="303"/>
                  </a:lnTo>
                  <a:lnTo>
                    <a:pt x="57" y="341"/>
                  </a:lnTo>
                  <a:lnTo>
                    <a:pt x="75" y="343"/>
                  </a:lnTo>
                  <a:close/>
                  <a:moveTo>
                    <a:pt x="73" y="419"/>
                  </a:moveTo>
                  <a:lnTo>
                    <a:pt x="75" y="381"/>
                  </a:lnTo>
                  <a:lnTo>
                    <a:pt x="57" y="379"/>
                  </a:lnTo>
                  <a:lnTo>
                    <a:pt x="54" y="416"/>
                  </a:lnTo>
                  <a:lnTo>
                    <a:pt x="73" y="419"/>
                  </a:lnTo>
                  <a:close/>
                  <a:moveTo>
                    <a:pt x="71" y="495"/>
                  </a:moveTo>
                  <a:lnTo>
                    <a:pt x="71" y="457"/>
                  </a:lnTo>
                  <a:lnTo>
                    <a:pt x="52" y="454"/>
                  </a:lnTo>
                  <a:lnTo>
                    <a:pt x="52" y="492"/>
                  </a:lnTo>
                  <a:lnTo>
                    <a:pt x="71" y="495"/>
                  </a:lnTo>
                  <a:close/>
                  <a:moveTo>
                    <a:pt x="66" y="568"/>
                  </a:moveTo>
                  <a:lnTo>
                    <a:pt x="68" y="532"/>
                  </a:lnTo>
                  <a:lnTo>
                    <a:pt x="49" y="530"/>
                  </a:lnTo>
                  <a:lnTo>
                    <a:pt x="47" y="568"/>
                  </a:lnTo>
                  <a:lnTo>
                    <a:pt x="66" y="568"/>
                  </a:lnTo>
                  <a:close/>
                  <a:moveTo>
                    <a:pt x="64" y="644"/>
                  </a:moveTo>
                  <a:lnTo>
                    <a:pt x="66" y="606"/>
                  </a:lnTo>
                  <a:lnTo>
                    <a:pt x="47" y="606"/>
                  </a:lnTo>
                  <a:lnTo>
                    <a:pt x="45" y="644"/>
                  </a:lnTo>
                  <a:lnTo>
                    <a:pt x="64" y="644"/>
                  </a:lnTo>
                  <a:close/>
                  <a:moveTo>
                    <a:pt x="61" y="719"/>
                  </a:moveTo>
                  <a:lnTo>
                    <a:pt x="61" y="681"/>
                  </a:lnTo>
                  <a:lnTo>
                    <a:pt x="42" y="681"/>
                  </a:lnTo>
                  <a:lnTo>
                    <a:pt x="42" y="719"/>
                  </a:lnTo>
                  <a:lnTo>
                    <a:pt x="61" y="719"/>
                  </a:lnTo>
                  <a:close/>
                  <a:moveTo>
                    <a:pt x="57" y="795"/>
                  </a:moveTo>
                  <a:lnTo>
                    <a:pt x="59" y="757"/>
                  </a:lnTo>
                  <a:lnTo>
                    <a:pt x="40" y="757"/>
                  </a:lnTo>
                  <a:lnTo>
                    <a:pt x="38" y="795"/>
                  </a:lnTo>
                  <a:lnTo>
                    <a:pt x="57" y="795"/>
                  </a:lnTo>
                  <a:close/>
                  <a:moveTo>
                    <a:pt x="54" y="871"/>
                  </a:moveTo>
                  <a:lnTo>
                    <a:pt x="57" y="833"/>
                  </a:lnTo>
                  <a:lnTo>
                    <a:pt x="38" y="833"/>
                  </a:lnTo>
                  <a:lnTo>
                    <a:pt x="35" y="871"/>
                  </a:lnTo>
                  <a:lnTo>
                    <a:pt x="54" y="871"/>
                  </a:lnTo>
                  <a:close/>
                  <a:moveTo>
                    <a:pt x="52" y="946"/>
                  </a:moveTo>
                  <a:lnTo>
                    <a:pt x="52" y="908"/>
                  </a:lnTo>
                  <a:lnTo>
                    <a:pt x="33" y="908"/>
                  </a:lnTo>
                  <a:lnTo>
                    <a:pt x="33" y="946"/>
                  </a:lnTo>
                  <a:lnTo>
                    <a:pt x="52" y="946"/>
                  </a:lnTo>
                  <a:close/>
                  <a:moveTo>
                    <a:pt x="47" y="1022"/>
                  </a:moveTo>
                  <a:lnTo>
                    <a:pt x="49" y="984"/>
                  </a:lnTo>
                  <a:lnTo>
                    <a:pt x="31" y="984"/>
                  </a:lnTo>
                  <a:lnTo>
                    <a:pt x="28" y="1022"/>
                  </a:lnTo>
                  <a:lnTo>
                    <a:pt x="47" y="1022"/>
                  </a:lnTo>
                  <a:close/>
                  <a:moveTo>
                    <a:pt x="45" y="1098"/>
                  </a:moveTo>
                  <a:lnTo>
                    <a:pt x="47" y="1060"/>
                  </a:lnTo>
                  <a:lnTo>
                    <a:pt x="28" y="1060"/>
                  </a:lnTo>
                  <a:lnTo>
                    <a:pt x="26" y="1098"/>
                  </a:lnTo>
                  <a:lnTo>
                    <a:pt x="45" y="1098"/>
                  </a:lnTo>
                  <a:close/>
                  <a:moveTo>
                    <a:pt x="42" y="1173"/>
                  </a:moveTo>
                  <a:lnTo>
                    <a:pt x="42" y="1135"/>
                  </a:lnTo>
                  <a:lnTo>
                    <a:pt x="23" y="1135"/>
                  </a:lnTo>
                  <a:lnTo>
                    <a:pt x="23" y="1173"/>
                  </a:lnTo>
                  <a:lnTo>
                    <a:pt x="42" y="1173"/>
                  </a:lnTo>
                  <a:close/>
                  <a:moveTo>
                    <a:pt x="40" y="1249"/>
                  </a:moveTo>
                  <a:lnTo>
                    <a:pt x="40" y="1211"/>
                  </a:lnTo>
                  <a:lnTo>
                    <a:pt x="21" y="1211"/>
                  </a:lnTo>
                  <a:lnTo>
                    <a:pt x="21" y="1249"/>
                  </a:lnTo>
                  <a:lnTo>
                    <a:pt x="40" y="1249"/>
                  </a:lnTo>
                  <a:close/>
                  <a:moveTo>
                    <a:pt x="35" y="1325"/>
                  </a:moveTo>
                  <a:lnTo>
                    <a:pt x="38" y="1287"/>
                  </a:lnTo>
                  <a:lnTo>
                    <a:pt x="19" y="1287"/>
                  </a:lnTo>
                  <a:lnTo>
                    <a:pt x="16" y="1325"/>
                  </a:lnTo>
                  <a:lnTo>
                    <a:pt x="35" y="1325"/>
                  </a:lnTo>
                  <a:close/>
                  <a:moveTo>
                    <a:pt x="33" y="1400"/>
                  </a:moveTo>
                  <a:lnTo>
                    <a:pt x="35" y="1363"/>
                  </a:lnTo>
                  <a:lnTo>
                    <a:pt x="16" y="1363"/>
                  </a:lnTo>
                  <a:lnTo>
                    <a:pt x="14" y="1400"/>
                  </a:lnTo>
                  <a:lnTo>
                    <a:pt x="33" y="1400"/>
                  </a:lnTo>
                  <a:close/>
                  <a:moveTo>
                    <a:pt x="31" y="1476"/>
                  </a:moveTo>
                  <a:lnTo>
                    <a:pt x="31" y="1438"/>
                  </a:lnTo>
                  <a:lnTo>
                    <a:pt x="12" y="1438"/>
                  </a:lnTo>
                  <a:lnTo>
                    <a:pt x="12" y="1476"/>
                  </a:lnTo>
                  <a:lnTo>
                    <a:pt x="31" y="1476"/>
                  </a:lnTo>
                  <a:close/>
                  <a:moveTo>
                    <a:pt x="26" y="1552"/>
                  </a:moveTo>
                  <a:lnTo>
                    <a:pt x="28" y="1514"/>
                  </a:lnTo>
                  <a:lnTo>
                    <a:pt x="9" y="1514"/>
                  </a:lnTo>
                  <a:lnTo>
                    <a:pt x="7" y="1552"/>
                  </a:lnTo>
                  <a:lnTo>
                    <a:pt x="26" y="1552"/>
                  </a:lnTo>
                  <a:close/>
                  <a:moveTo>
                    <a:pt x="23" y="1627"/>
                  </a:moveTo>
                  <a:lnTo>
                    <a:pt x="26" y="1590"/>
                  </a:lnTo>
                  <a:lnTo>
                    <a:pt x="7" y="1590"/>
                  </a:lnTo>
                  <a:lnTo>
                    <a:pt x="5" y="1627"/>
                  </a:lnTo>
                  <a:lnTo>
                    <a:pt x="23" y="1627"/>
                  </a:lnTo>
                  <a:close/>
                  <a:moveTo>
                    <a:pt x="21" y="1703"/>
                  </a:moveTo>
                  <a:lnTo>
                    <a:pt x="21" y="1665"/>
                  </a:lnTo>
                  <a:lnTo>
                    <a:pt x="2" y="1665"/>
                  </a:lnTo>
                  <a:lnTo>
                    <a:pt x="2" y="1703"/>
                  </a:lnTo>
                  <a:lnTo>
                    <a:pt x="21" y="1703"/>
                  </a:lnTo>
                  <a:close/>
                  <a:moveTo>
                    <a:pt x="35" y="1724"/>
                  </a:moveTo>
                  <a:lnTo>
                    <a:pt x="5" y="1736"/>
                  </a:lnTo>
                  <a:lnTo>
                    <a:pt x="9" y="1746"/>
                  </a:lnTo>
                  <a:lnTo>
                    <a:pt x="19" y="1746"/>
                  </a:lnTo>
                  <a:lnTo>
                    <a:pt x="19" y="1741"/>
                  </a:lnTo>
                  <a:lnTo>
                    <a:pt x="0" y="1741"/>
                  </a:lnTo>
                  <a:lnTo>
                    <a:pt x="0" y="1746"/>
                  </a:lnTo>
                  <a:lnTo>
                    <a:pt x="0" y="1760"/>
                  </a:lnTo>
                  <a:lnTo>
                    <a:pt x="42" y="1741"/>
                  </a:lnTo>
                  <a:lnTo>
                    <a:pt x="35" y="1724"/>
                  </a:lnTo>
                  <a:close/>
                  <a:moveTo>
                    <a:pt x="106" y="1696"/>
                  </a:moveTo>
                  <a:lnTo>
                    <a:pt x="71" y="1710"/>
                  </a:lnTo>
                  <a:lnTo>
                    <a:pt x="78" y="1727"/>
                  </a:lnTo>
                  <a:lnTo>
                    <a:pt x="113" y="1713"/>
                  </a:lnTo>
                  <a:lnTo>
                    <a:pt x="106" y="1696"/>
                  </a:lnTo>
                  <a:close/>
                  <a:moveTo>
                    <a:pt x="177" y="1668"/>
                  </a:moveTo>
                  <a:lnTo>
                    <a:pt x="142" y="1682"/>
                  </a:lnTo>
                  <a:lnTo>
                    <a:pt x="149" y="1698"/>
                  </a:lnTo>
                  <a:lnTo>
                    <a:pt x="184" y="1684"/>
                  </a:lnTo>
                  <a:lnTo>
                    <a:pt x="177" y="1668"/>
                  </a:lnTo>
                  <a:close/>
                  <a:moveTo>
                    <a:pt x="246" y="1639"/>
                  </a:moveTo>
                  <a:lnTo>
                    <a:pt x="210" y="1653"/>
                  </a:lnTo>
                  <a:lnTo>
                    <a:pt x="217" y="1670"/>
                  </a:lnTo>
                  <a:lnTo>
                    <a:pt x="253" y="1656"/>
                  </a:lnTo>
                  <a:lnTo>
                    <a:pt x="246" y="1639"/>
                  </a:lnTo>
                  <a:close/>
                  <a:moveTo>
                    <a:pt x="317" y="1611"/>
                  </a:moveTo>
                  <a:lnTo>
                    <a:pt x="281" y="1625"/>
                  </a:lnTo>
                  <a:lnTo>
                    <a:pt x="288" y="1642"/>
                  </a:lnTo>
                  <a:lnTo>
                    <a:pt x="324" y="1627"/>
                  </a:lnTo>
                  <a:lnTo>
                    <a:pt x="317" y="1611"/>
                  </a:lnTo>
                  <a:close/>
                  <a:moveTo>
                    <a:pt x="385" y="1582"/>
                  </a:moveTo>
                  <a:lnTo>
                    <a:pt x="352" y="1597"/>
                  </a:lnTo>
                  <a:lnTo>
                    <a:pt x="359" y="1613"/>
                  </a:lnTo>
                  <a:lnTo>
                    <a:pt x="392" y="1599"/>
                  </a:lnTo>
                  <a:lnTo>
                    <a:pt x="385" y="1582"/>
                  </a:lnTo>
                  <a:close/>
                  <a:moveTo>
                    <a:pt x="456" y="1554"/>
                  </a:moveTo>
                  <a:lnTo>
                    <a:pt x="421" y="1568"/>
                  </a:lnTo>
                  <a:lnTo>
                    <a:pt x="428" y="1585"/>
                  </a:lnTo>
                  <a:lnTo>
                    <a:pt x="463" y="1571"/>
                  </a:lnTo>
                  <a:lnTo>
                    <a:pt x="456" y="1554"/>
                  </a:lnTo>
                  <a:close/>
                  <a:moveTo>
                    <a:pt x="527" y="1523"/>
                  </a:moveTo>
                  <a:lnTo>
                    <a:pt x="492" y="1540"/>
                  </a:lnTo>
                  <a:lnTo>
                    <a:pt x="499" y="1556"/>
                  </a:lnTo>
                  <a:lnTo>
                    <a:pt x="534" y="1542"/>
                  </a:lnTo>
                  <a:lnTo>
                    <a:pt x="527" y="1523"/>
                  </a:lnTo>
                  <a:close/>
                  <a:moveTo>
                    <a:pt x="596" y="1495"/>
                  </a:moveTo>
                  <a:lnTo>
                    <a:pt x="563" y="1509"/>
                  </a:lnTo>
                  <a:lnTo>
                    <a:pt x="570" y="1528"/>
                  </a:lnTo>
                  <a:lnTo>
                    <a:pt x="603" y="1514"/>
                  </a:lnTo>
                  <a:lnTo>
                    <a:pt x="596" y="1495"/>
                  </a:lnTo>
                  <a:close/>
                  <a:moveTo>
                    <a:pt x="667" y="1467"/>
                  </a:moveTo>
                  <a:lnTo>
                    <a:pt x="631" y="1481"/>
                  </a:lnTo>
                  <a:lnTo>
                    <a:pt x="638" y="1500"/>
                  </a:lnTo>
                  <a:lnTo>
                    <a:pt x="674" y="1486"/>
                  </a:lnTo>
                  <a:lnTo>
                    <a:pt x="667" y="1467"/>
                  </a:lnTo>
                  <a:close/>
                  <a:moveTo>
                    <a:pt x="738" y="1438"/>
                  </a:moveTo>
                  <a:lnTo>
                    <a:pt x="702" y="1452"/>
                  </a:lnTo>
                  <a:lnTo>
                    <a:pt x="709" y="1471"/>
                  </a:lnTo>
                  <a:lnTo>
                    <a:pt x="745" y="1457"/>
                  </a:lnTo>
                  <a:lnTo>
                    <a:pt x="738" y="1438"/>
                  </a:lnTo>
                  <a:close/>
                  <a:moveTo>
                    <a:pt x="806" y="1410"/>
                  </a:moveTo>
                  <a:lnTo>
                    <a:pt x="771" y="1424"/>
                  </a:lnTo>
                  <a:lnTo>
                    <a:pt x="778" y="1443"/>
                  </a:lnTo>
                  <a:lnTo>
                    <a:pt x="813" y="1429"/>
                  </a:lnTo>
                  <a:lnTo>
                    <a:pt x="806" y="1410"/>
                  </a:lnTo>
                  <a:close/>
                  <a:moveTo>
                    <a:pt x="877" y="1381"/>
                  </a:moveTo>
                  <a:lnTo>
                    <a:pt x="842" y="1396"/>
                  </a:lnTo>
                  <a:lnTo>
                    <a:pt x="849" y="1415"/>
                  </a:lnTo>
                  <a:lnTo>
                    <a:pt x="884" y="1398"/>
                  </a:lnTo>
                  <a:lnTo>
                    <a:pt x="877" y="1381"/>
                  </a:lnTo>
                  <a:close/>
                  <a:moveTo>
                    <a:pt x="946" y="1353"/>
                  </a:moveTo>
                  <a:lnTo>
                    <a:pt x="913" y="1367"/>
                  </a:lnTo>
                  <a:lnTo>
                    <a:pt x="920" y="1384"/>
                  </a:lnTo>
                  <a:lnTo>
                    <a:pt x="953" y="1370"/>
                  </a:lnTo>
                  <a:lnTo>
                    <a:pt x="946" y="1353"/>
                  </a:lnTo>
                  <a:close/>
                  <a:moveTo>
                    <a:pt x="1017" y="1325"/>
                  </a:moveTo>
                  <a:lnTo>
                    <a:pt x="981" y="1339"/>
                  </a:lnTo>
                  <a:lnTo>
                    <a:pt x="988" y="1355"/>
                  </a:lnTo>
                  <a:lnTo>
                    <a:pt x="1024" y="1341"/>
                  </a:lnTo>
                  <a:lnTo>
                    <a:pt x="1017" y="1325"/>
                  </a:lnTo>
                  <a:close/>
                  <a:moveTo>
                    <a:pt x="1088" y="1296"/>
                  </a:moveTo>
                  <a:lnTo>
                    <a:pt x="1052" y="1310"/>
                  </a:lnTo>
                  <a:lnTo>
                    <a:pt x="1059" y="1327"/>
                  </a:lnTo>
                  <a:lnTo>
                    <a:pt x="1095" y="1313"/>
                  </a:lnTo>
                  <a:lnTo>
                    <a:pt x="1088" y="1296"/>
                  </a:lnTo>
                  <a:close/>
                  <a:moveTo>
                    <a:pt x="1156" y="1268"/>
                  </a:moveTo>
                  <a:lnTo>
                    <a:pt x="1123" y="1282"/>
                  </a:lnTo>
                  <a:lnTo>
                    <a:pt x="1130" y="1299"/>
                  </a:lnTo>
                  <a:lnTo>
                    <a:pt x="1163" y="1284"/>
                  </a:lnTo>
                  <a:lnTo>
                    <a:pt x="1156" y="1268"/>
                  </a:lnTo>
                  <a:close/>
                  <a:moveTo>
                    <a:pt x="1227" y="1240"/>
                  </a:moveTo>
                  <a:lnTo>
                    <a:pt x="1192" y="1254"/>
                  </a:lnTo>
                  <a:lnTo>
                    <a:pt x="1199" y="1270"/>
                  </a:lnTo>
                  <a:lnTo>
                    <a:pt x="1234" y="1256"/>
                  </a:lnTo>
                  <a:lnTo>
                    <a:pt x="1227" y="1240"/>
                  </a:lnTo>
                  <a:close/>
                  <a:moveTo>
                    <a:pt x="1298" y="1211"/>
                  </a:moveTo>
                  <a:lnTo>
                    <a:pt x="1263" y="1225"/>
                  </a:lnTo>
                  <a:lnTo>
                    <a:pt x="1270" y="1242"/>
                  </a:lnTo>
                  <a:lnTo>
                    <a:pt x="1305" y="1228"/>
                  </a:lnTo>
                  <a:lnTo>
                    <a:pt x="1298" y="1211"/>
                  </a:lnTo>
                  <a:close/>
                  <a:moveTo>
                    <a:pt x="1367" y="1180"/>
                  </a:moveTo>
                  <a:lnTo>
                    <a:pt x="1331" y="1197"/>
                  </a:lnTo>
                  <a:lnTo>
                    <a:pt x="1338" y="1214"/>
                  </a:lnTo>
                  <a:lnTo>
                    <a:pt x="1374" y="1199"/>
                  </a:lnTo>
                  <a:lnTo>
                    <a:pt x="1367" y="1180"/>
                  </a:lnTo>
                  <a:close/>
                  <a:moveTo>
                    <a:pt x="1438" y="1152"/>
                  </a:moveTo>
                  <a:lnTo>
                    <a:pt x="1402" y="1166"/>
                  </a:lnTo>
                  <a:lnTo>
                    <a:pt x="1409" y="1185"/>
                  </a:lnTo>
                  <a:lnTo>
                    <a:pt x="1445" y="1171"/>
                  </a:lnTo>
                  <a:lnTo>
                    <a:pt x="1438" y="1152"/>
                  </a:lnTo>
                  <a:close/>
                  <a:moveTo>
                    <a:pt x="1509" y="1124"/>
                  </a:moveTo>
                  <a:lnTo>
                    <a:pt x="1473" y="1138"/>
                  </a:lnTo>
                  <a:lnTo>
                    <a:pt x="1480" y="1157"/>
                  </a:lnTo>
                  <a:lnTo>
                    <a:pt x="1516" y="1143"/>
                  </a:lnTo>
                  <a:lnTo>
                    <a:pt x="1509" y="1124"/>
                  </a:lnTo>
                  <a:close/>
                  <a:moveTo>
                    <a:pt x="1577" y="1095"/>
                  </a:moveTo>
                  <a:lnTo>
                    <a:pt x="1542" y="1109"/>
                  </a:lnTo>
                  <a:lnTo>
                    <a:pt x="1549" y="1128"/>
                  </a:lnTo>
                  <a:lnTo>
                    <a:pt x="1584" y="1114"/>
                  </a:lnTo>
                  <a:lnTo>
                    <a:pt x="1577" y="1095"/>
                  </a:lnTo>
                  <a:close/>
                  <a:moveTo>
                    <a:pt x="1648" y="1067"/>
                  </a:moveTo>
                  <a:lnTo>
                    <a:pt x="1613" y="1081"/>
                  </a:lnTo>
                  <a:lnTo>
                    <a:pt x="1620" y="1100"/>
                  </a:lnTo>
                  <a:lnTo>
                    <a:pt x="1655" y="1086"/>
                  </a:lnTo>
                  <a:lnTo>
                    <a:pt x="1648" y="1067"/>
                  </a:lnTo>
                  <a:close/>
                  <a:moveTo>
                    <a:pt x="1717" y="1038"/>
                  </a:moveTo>
                  <a:lnTo>
                    <a:pt x="1684" y="1053"/>
                  </a:lnTo>
                  <a:lnTo>
                    <a:pt x="1691" y="1072"/>
                  </a:lnTo>
                  <a:lnTo>
                    <a:pt x="1724" y="1055"/>
                  </a:lnTo>
                  <a:lnTo>
                    <a:pt x="1717" y="1038"/>
                  </a:lnTo>
                  <a:close/>
                  <a:moveTo>
                    <a:pt x="1788" y="1010"/>
                  </a:moveTo>
                  <a:lnTo>
                    <a:pt x="1752" y="1024"/>
                  </a:lnTo>
                  <a:lnTo>
                    <a:pt x="1759" y="1041"/>
                  </a:lnTo>
                  <a:lnTo>
                    <a:pt x="1795" y="1027"/>
                  </a:lnTo>
                  <a:lnTo>
                    <a:pt x="1788" y="1010"/>
                  </a:lnTo>
                  <a:close/>
                  <a:moveTo>
                    <a:pt x="1859" y="982"/>
                  </a:moveTo>
                  <a:lnTo>
                    <a:pt x="1823" y="996"/>
                  </a:lnTo>
                  <a:lnTo>
                    <a:pt x="1830" y="1012"/>
                  </a:lnTo>
                  <a:lnTo>
                    <a:pt x="1866" y="998"/>
                  </a:lnTo>
                  <a:lnTo>
                    <a:pt x="1859" y="982"/>
                  </a:lnTo>
                  <a:close/>
                  <a:moveTo>
                    <a:pt x="1927" y="953"/>
                  </a:moveTo>
                  <a:lnTo>
                    <a:pt x="1894" y="968"/>
                  </a:lnTo>
                  <a:lnTo>
                    <a:pt x="1901" y="984"/>
                  </a:lnTo>
                  <a:lnTo>
                    <a:pt x="1934" y="970"/>
                  </a:lnTo>
                  <a:lnTo>
                    <a:pt x="1927" y="953"/>
                  </a:lnTo>
                  <a:close/>
                  <a:moveTo>
                    <a:pt x="1998" y="925"/>
                  </a:moveTo>
                  <a:lnTo>
                    <a:pt x="1963" y="939"/>
                  </a:lnTo>
                  <a:lnTo>
                    <a:pt x="1970" y="956"/>
                  </a:lnTo>
                  <a:lnTo>
                    <a:pt x="2005" y="942"/>
                  </a:lnTo>
                  <a:lnTo>
                    <a:pt x="1998" y="925"/>
                  </a:lnTo>
                  <a:close/>
                  <a:moveTo>
                    <a:pt x="2069" y="897"/>
                  </a:moveTo>
                  <a:lnTo>
                    <a:pt x="2034" y="911"/>
                  </a:lnTo>
                  <a:lnTo>
                    <a:pt x="2041" y="927"/>
                  </a:lnTo>
                  <a:lnTo>
                    <a:pt x="2076" y="913"/>
                  </a:lnTo>
                  <a:lnTo>
                    <a:pt x="2069" y="897"/>
                  </a:lnTo>
                  <a:close/>
                  <a:moveTo>
                    <a:pt x="2138" y="868"/>
                  </a:moveTo>
                  <a:lnTo>
                    <a:pt x="2102" y="882"/>
                  </a:lnTo>
                  <a:lnTo>
                    <a:pt x="2109" y="899"/>
                  </a:lnTo>
                  <a:lnTo>
                    <a:pt x="2145" y="885"/>
                  </a:lnTo>
                  <a:lnTo>
                    <a:pt x="2138" y="868"/>
                  </a:lnTo>
                  <a:close/>
                  <a:moveTo>
                    <a:pt x="2209" y="840"/>
                  </a:moveTo>
                  <a:lnTo>
                    <a:pt x="2173" y="854"/>
                  </a:lnTo>
                  <a:lnTo>
                    <a:pt x="2180" y="871"/>
                  </a:lnTo>
                  <a:lnTo>
                    <a:pt x="2216" y="856"/>
                  </a:lnTo>
                  <a:lnTo>
                    <a:pt x="2209" y="840"/>
                  </a:lnTo>
                  <a:close/>
                  <a:moveTo>
                    <a:pt x="2277" y="809"/>
                  </a:moveTo>
                  <a:lnTo>
                    <a:pt x="2244" y="823"/>
                  </a:lnTo>
                  <a:lnTo>
                    <a:pt x="2251" y="842"/>
                  </a:lnTo>
                  <a:lnTo>
                    <a:pt x="2287" y="828"/>
                  </a:lnTo>
                  <a:lnTo>
                    <a:pt x="2277" y="809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68572" tIns="34287" rIns="68572" bIns="34287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GB" sz="675"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2" name="Freeform 8"/>
            <p:cNvSpPr>
              <a:spLocks noEditPoints="1"/>
            </p:cNvSpPr>
            <p:nvPr/>
          </p:nvSpPr>
          <p:spPr bwMode="auto">
            <a:xfrm>
              <a:off x="3820196" y="3287632"/>
              <a:ext cx="4519763" cy="994599"/>
            </a:xfrm>
            <a:custGeom>
              <a:avLst/>
              <a:gdLst>
                <a:gd name="T0" fmla="*/ 6025 w 6103"/>
                <a:gd name="T1" fmla="*/ 1315 h 1343"/>
                <a:gd name="T2" fmla="*/ 5926 w 6103"/>
                <a:gd name="T3" fmla="*/ 1258 h 1343"/>
                <a:gd name="T4" fmla="*/ 5779 w 6103"/>
                <a:gd name="T5" fmla="*/ 1220 h 1343"/>
                <a:gd name="T6" fmla="*/ 5749 w 6103"/>
                <a:gd name="T7" fmla="*/ 1190 h 1343"/>
                <a:gd name="T8" fmla="*/ 5638 w 6103"/>
                <a:gd name="T9" fmla="*/ 1166 h 1343"/>
                <a:gd name="T10" fmla="*/ 5531 w 6103"/>
                <a:gd name="T11" fmla="*/ 1126 h 1343"/>
                <a:gd name="T12" fmla="*/ 5432 w 6103"/>
                <a:gd name="T13" fmla="*/ 1069 h 1343"/>
                <a:gd name="T14" fmla="*/ 5283 w 6103"/>
                <a:gd name="T15" fmla="*/ 1031 h 1343"/>
                <a:gd name="T16" fmla="*/ 5255 w 6103"/>
                <a:gd name="T17" fmla="*/ 1000 h 1343"/>
                <a:gd name="T18" fmla="*/ 5141 w 6103"/>
                <a:gd name="T19" fmla="*/ 979 h 1343"/>
                <a:gd name="T20" fmla="*/ 5037 w 6103"/>
                <a:gd name="T21" fmla="*/ 939 h 1343"/>
                <a:gd name="T22" fmla="*/ 4938 w 6103"/>
                <a:gd name="T23" fmla="*/ 880 h 1343"/>
                <a:gd name="T24" fmla="*/ 4789 w 6103"/>
                <a:gd name="T25" fmla="*/ 844 h 1343"/>
                <a:gd name="T26" fmla="*/ 4760 w 6103"/>
                <a:gd name="T27" fmla="*/ 814 h 1343"/>
                <a:gd name="T28" fmla="*/ 4647 w 6103"/>
                <a:gd name="T29" fmla="*/ 790 h 1343"/>
                <a:gd name="T30" fmla="*/ 4540 w 6103"/>
                <a:gd name="T31" fmla="*/ 750 h 1343"/>
                <a:gd name="T32" fmla="*/ 4441 w 6103"/>
                <a:gd name="T33" fmla="*/ 691 h 1343"/>
                <a:gd name="T34" fmla="*/ 4294 w 6103"/>
                <a:gd name="T35" fmla="*/ 655 h 1343"/>
                <a:gd name="T36" fmla="*/ 4266 w 6103"/>
                <a:gd name="T37" fmla="*/ 624 h 1343"/>
                <a:gd name="T38" fmla="*/ 4153 w 6103"/>
                <a:gd name="T39" fmla="*/ 601 h 1343"/>
                <a:gd name="T40" fmla="*/ 4046 w 6103"/>
                <a:gd name="T41" fmla="*/ 561 h 1343"/>
                <a:gd name="T42" fmla="*/ 3947 w 6103"/>
                <a:gd name="T43" fmla="*/ 501 h 1343"/>
                <a:gd name="T44" fmla="*/ 3798 w 6103"/>
                <a:gd name="T45" fmla="*/ 466 h 1343"/>
                <a:gd name="T46" fmla="*/ 3769 w 6103"/>
                <a:gd name="T47" fmla="*/ 435 h 1343"/>
                <a:gd name="T48" fmla="*/ 3658 w 6103"/>
                <a:gd name="T49" fmla="*/ 412 h 1343"/>
                <a:gd name="T50" fmla="*/ 3552 w 6103"/>
                <a:gd name="T51" fmla="*/ 371 h 1343"/>
                <a:gd name="T52" fmla="*/ 3453 w 6103"/>
                <a:gd name="T53" fmla="*/ 315 h 1343"/>
                <a:gd name="T54" fmla="*/ 3304 w 6103"/>
                <a:gd name="T55" fmla="*/ 277 h 1343"/>
                <a:gd name="T56" fmla="*/ 3275 w 6103"/>
                <a:gd name="T57" fmla="*/ 246 h 1343"/>
                <a:gd name="T58" fmla="*/ 3162 w 6103"/>
                <a:gd name="T59" fmla="*/ 225 h 1343"/>
                <a:gd name="T60" fmla="*/ 3053 w 6103"/>
                <a:gd name="T61" fmla="*/ 182 h 1343"/>
                <a:gd name="T62" fmla="*/ 2946 w 6103"/>
                <a:gd name="T63" fmla="*/ 177 h 1343"/>
                <a:gd name="T64" fmla="*/ 2909 w 6103"/>
                <a:gd name="T65" fmla="*/ 156 h 1343"/>
                <a:gd name="T66" fmla="*/ 2795 w 6103"/>
                <a:gd name="T67" fmla="*/ 168 h 1343"/>
                <a:gd name="T68" fmla="*/ 2682 w 6103"/>
                <a:gd name="T69" fmla="*/ 163 h 1343"/>
                <a:gd name="T70" fmla="*/ 2568 w 6103"/>
                <a:gd name="T71" fmla="*/ 137 h 1343"/>
                <a:gd name="T72" fmla="*/ 2417 w 6103"/>
                <a:gd name="T73" fmla="*/ 149 h 1343"/>
                <a:gd name="T74" fmla="*/ 2381 w 6103"/>
                <a:gd name="T75" fmla="*/ 128 h 1343"/>
                <a:gd name="T76" fmla="*/ 2265 w 6103"/>
                <a:gd name="T77" fmla="*/ 140 h 1343"/>
                <a:gd name="T78" fmla="*/ 2152 w 6103"/>
                <a:gd name="T79" fmla="*/ 135 h 1343"/>
                <a:gd name="T80" fmla="*/ 2041 w 6103"/>
                <a:gd name="T81" fmla="*/ 109 h 1343"/>
                <a:gd name="T82" fmla="*/ 1887 w 6103"/>
                <a:gd name="T83" fmla="*/ 121 h 1343"/>
                <a:gd name="T84" fmla="*/ 1852 w 6103"/>
                <a:gd name="T85" fmla="*/ 99 h 1343"/>
                <a:gd name="T86" fmla="*/ 1736 w 6103"/>
                <a:gd name="T87" fmla="*/ 111 h 1343"/>
                <a:gd name="T88" fmla="*/ 1625 w 6103"/>
                <a:gd name="T89" fmla="*/ 106 h 1343"/>
                <a:gd name="T90" fmla="*/ 1511 w 6103"/>
                <a:gd name="T91" fmla="*/ 80 h 1343"/>
                <a:gd name="T92" fmla="*/ 1360 w 6103"/>
                <a:gd name="T93" fmla="*/ 92 h 1343"/>
                <a:gd name="T94" fmla="*/ 1322 w 6103"/>
                <a:gd name="T95" fmla="*/ 71 h 1343"/>
                <a:gd name="T96" fmla="*/ 1208 w 6103"/>
                <a:gd name="T97" fmla="*/ 83 h 1343"/>
                <a:gd name="T98" fmla="*/ 1095 w 6103"/>
                <a:gd name="T99" fmla="*/ 78 h 1343"/>
                <a:gd name="T100" fmla="*/ 981 w 6103"/>
                <a:gd name="T101" fmla="*/ 52 h 1343"/>
                <a:gd name="T102" fmla="*/ 830 w 6103"/>
                <a:gd name="T103" fmla="*/ 64 h 1343"/>
                <a:gd name="T104" fmla="*/ 792 w 6103"/>
                <a:gd name="T105" fmla="*/ 43 h 1343"/>
                <a:gd name="T106" fmla="*/ 679 w 6103"/>
                <a:gd name="T107" fmla="*/ 57 h 1343"/>
                <a:gd name="T108" fmla="*/ 565 w 6103"/>
                <a:gd name="T109" fmla="*/ 50 h 1343"/>
                <a:gd name="T110" fmla="*/ 454 w 6103"/>
                <a:gd name="T111" fmla="*/ 24 h 1343"/>
                <a:gd name="T112" fmla="*/ 300 w 6103"/>
                <a:gd name="T113" fmla="*/ 35 h 1343"/>
                <a:gd name="T114" fmla="*/ 265 w 6103"/>
                <a:gd name="T115" fmla="*/ 14 h 1343"/>
                <a:gd name="T116" fmla="*/ 149 w 6103"/>
                <a:gd name="T117" fmla="*/ 28 h 1343"/>
                <a:gd name="T118" fmla="*/ 35 w 6103"/>
                <a:gd name="T119" fmla="*/ 21 h 13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6103" h="1343">
                  <a:moveTo>
                    <a:pt x="6061" y="1329"/>
                  </a:moveTo>
                  <a:lnTo>
                    <a:pt x="6096" y="1343"/>
                  </a:lnTo>
                  <a:lnTo>
                    <a:pt x="6103" y="1324"/>
                  </a:lnTo>
                  <a:lnTo>
                    <a:pt x="6068" y="1310"/>
                  </a:lnTo>
                  <a:lnTo>
                    <a:pt x="6061" y="1329"/>
                  </a:lnTo>
                  <a:close/>
                  <a:moveTo>
                    <a:pt x="5990" y="1301"/>
                  </a:moveTo>
                  <a:lnTo>
                    <a:pt x="6025" y="1315"/>
                  </a:lnTo>
                  <a:lnTo>
                    <a:pt x="6033" y="1298"/>
                  </a:lnTo>
                  <a:lnTo>
                    <a:pt x="5997" y="1284"/>
                  </a:lnTo>
                  <a:lnTo>
                    <a:pt x="5990" y="1301"/>
                  </a:lnTo>
                  <a:close/>
                  <a:moveTo>
                    <a:pt x="5919" y="1275"/>
                  </a:moveTo>
                  <a:lnTo>
                    <a:pt x="5954" y="1289"/>
                  </a:lnTo>
                  <a:lnTo>
                    <a:pt x="5962" y="1270"/>
                  </a:lnTo>
                  <a:lnTo>
                    <a:pt x="5926" y="1258"/>
                  </a:lnTo>
                  <a:lnTo>
                    <a:pt x="5919" y="1275"/>
                  </a:lnTo>
                  <a:close/>
                  <a:moveTo>
                    <a:pt x="5848" y="1249"/>
                  </a:moveTo>
                  <a:lnTo>
                    <a:pt x="5884" y="1261"/>
                  </a:lnTo>
                  <a:lnTo>
                    <a:pt x="5891" y="1244"/>
                  </a:lnTo>
                  <a:lnTo>
                    <a:pt x="5855" y="1230"/>
                  </a:lnTo>
                  <a:lnTo>
                    <a:pt x="5848" y="1249"/>
                  </a:lnTo>
                  <a:close/>
                  <a:moveTo>
                    <a:pt x="5779" y="1220"/>
                  </a:moveTo>
                  <a:lnTo>
                    <a:pt x="5813" y="1235"/>
                  </a:lnTo>
                  <a:lnTo>
                    <a:pt x="5820" y="1216"/>
                  </a:lnTo>
                  <a:lnTo>
                    <a:pt x="5784" y="1204"/>
                  </a:lnTo>
                  <a:lnTo>
                    <a:pt x="5779" y="1220"/>
                  </a:lnTo>
                  <a:close/>
                  <a:moveTo>
                    <a:pt x="5709" y="1194"/>
                  </a:moveTo>
                  <a:lnTo>
                    <a:pt x="5744" y="1209"/>
                  </a:lnTo>
                  <a:lnTo>
                    <a:pt x="5749" y="1190"/>
                  </a:lnTo>
                  <a:lnTo>
                    <a:pt x="5713" y="1175"/>
                  </a:lnTo>
                  <a:lnTo>
                    <a:pt x="5709" y="1194"/>
                  </a:lnTo>
                  <a:close/>
                  <a:moveTo>
                    <a:pt x="5638" y="1166"/>
                  </a:moveTo>
                  <a:lnTo>
                    <a:pt x="5673" y="1180"/>
                  </a:lnTo>
                  <a:lnTo>
                    <a:pt x="5680" y="1164"/>
                  </a:lnTo>
                  <a:lnTo>
                    <a:pt x="5645" y="1149"/>
                  </a:lnTo>
                  <a:lnTo>
                    <a:pt x="5638" y="1166"/>
                  </a:lnTo>
                  <a:close/>
                  <a:moveTo>
                    <a:pt x="5567" y="1140"/>
                  </a:moveTo>
                  <a:lnTo>
                    <a:pt x="5602" y="1154"/>
                  </a:lnTo>
                  <a:lnTo>
                    <a:pt x="5609" y="1135"/>
                  </a:lnTo>
                  <a:lnTo>
                    <a:pt x="5574" y="1123"/>
                  </a:lnTo>
                  <a:lnTo>
                    <a:pt x="5567" y="1140"/>
                  </a:lnTo>
                  <a:close/>
                  <a:moveTo>
                    <a:pt x="5496" y="1114"/>
                  </a:moveTo>
                  <a:lnTo>
                    <a:pt x="5531" y="1126"/>
                  </a:lnTo>
                  <a:lnTo>
                    <a:pt x="5538" y="1109"/>
                  </a:lnTo>
                  <a:lnTo>
                    <a:pt x="5503" y="1095"/>
                  </a:lnTo>
                  <a:lnTo>
                    <a:pt x="5496" y="1114"/>
                  </a:lnTo>
                  <a:close/>
                  <a:moveTo>
                    <a:pt x="5425" y="1086"/>
                  </a:moveTo>
                  <a:lnTo>
                    <a:pt x="5460" y="1100"/>
                  </a:lnTo>
                  <a:lnTo>
                    <a:pt x="5467" y="1081"/>
                  </a:lnTo>
                  <a:lnTo>
                    <a:pt x="5432" y="1069"/>
                  </a:lnTo>
                  <a:lnTo>
                    <a:pt x="5425" y="1086"/>
                  </a:lnTo>
                  <a:close/>
                  <a:moveTo>
                    <a:pt x="5354" y="1060"/>
                  </a:moveTo>
                  <a:lnTo>
                    <a:pt x="5389" y="1074"/>
                  </a:lnTo>
                  <a:lnTo>
                    <a:pt x="5396" y="1055"/>
                  </a:lnTo>
                  <a:lnTo>
                    <a:pt x="5361" y="1041"/>
                  </a:lnTo>
                  <a:lnTo>
                    <a:pt x="5354" y="1060"/>
                  </a:lnTo>
                  <a:close/>
                  <a:moveTo>
                    <a:pt x="5283" y="1031"/>
                  </a:moveTo>
                  <a:lnTo>
                    <a:pt x="5318" y="1045"/>
                  </a:lnTo>
                  <a:lnTo>
                    <a:pt x="5325" y="1029"/>
                  </a:lnTo>
                  <a:lnTo>
                    <a:pt x="5290" y="1015"/>
                  </a:lnTo>
                  <a:lnTo>
                    <a:pt x="5283" y="1031"/>
                  </a:lnTo>
                  <a:close/>
                  <a:moveTo>
                    <a:pt x="5212" y="1005"/>
                  </a:moveTo>
                  <a:lnTo>
                    <a:pt x="5247" y="1019"/>
                  </a:lnTo>
                  <a:lnTo>
                    <a:pt x="5255" y="1000"/>
                  </a:lnTo>
                  <a:lnTo>
                    <a:pt x="5219" y="989"/>
                  </a:lnTo>
                  <a:lnTo>
                    <a:pt x="5212" y="1005"/>
                  </a:lnTo>
                  <a:close/>
                  <a:moveTo>
                    <a:pt x="5141" y="979"/>
                  </a:moveTo>
                  <a:lnTo>
                    <a:pt x="5176" y="991"/>
                  </a:lnTo>
                  <a:lnTo>
                    <a:pt x="5184" y="974"/>
                  </a:lnTo>
                  <a:lnTo>
                    <a:pt x="5148" y="960"/>
                  </a:lnTo>
                  <a:lnTo>
                    <a:pt x="5141" y="979"/>
                  </a:lnTo>
                  <a:close/>
                  <a:moveTo>
                    <a:pt x="5072" y="951"/>
                  </a:moveTo>
                  <a:lnTo>
                    <a:pt x="5106" y="965"/>
                  </a:lnTo>
                  <a:lnTo>
                    <a:pt x="5113" y="946"/>
                  </a:lnTo>
                  <a:lnTo>
                    <a:pt x="5077" y="934"/>
                  </a:lnTo>
                  <a:lnTo>
                    <a:pt x="5072" y="951"/>
                  </a:lnTo>
                  <a:close/>
                  <a:moveTo>
                    <a:pt x="5001" y="925"/>
                  </a:moveTo>
                  <a:lnTo>
                    <a:pt x="5037" y="939"/>
                  </a:lnTo>
                  <a:lnTo>
                    <a:pt x="5042" y="920"/>
                  </a:lnTo>
                  <a:lnTo>
                    <a:pt x="5006" y="906"/>
                  </a:lnTo>
                  <a:lnTo>
                    <a:pt x="5001" y="925"/>
                  </a:lnTo>
                  <a:close/>
                  <a:moveTo>
                    <a:pt x="4931" y="896"/>
                  </a:moveTo>
                  <a:lnTo>
                    <a:pt x="4966" y="911"/>
                  </a:lnTo>
                  <a:lnTo>
                    <a:pt x="4973" y="894"/>
                  </a:lnTo>
                  <a:lnTo>
                    <a:pt x="4938" y="880"/>
                  </a:lnTo>
                  <a:lnTo>
                    <a:pt x="4931" y="896"/>
                  </a:lnTo>
                  <a:close/>
                  <a:moveTo>
                    <a:pt x="4860" y="870"/>
                  </a:moveTo>
                  <a:lnTo>
                    <a:pt x="4895" y="885"/>
                  </a:lnTo>
                  <a:lnTo>
                    <a:pt x="4902" y="866"/>
                  </a:lnTo>
                  <a:lnTo>
                    <a:pt x="4867" y="854"/>
                  </a:lnTo>
                  <a:lnTo>
                    <a:pt x="4860" y="870"/>
                  </a:lnTo>
                  <a:close/>
                  <a:moveTo>
                    <a:pt x="4789" y="844"/>
                  </a:moveTo>
                  <a:lnTo>
                    <a:pt x="4824" y="856"/>
                  </a:lnTo>
                  <a:lnTo>
                    <a:pt x="4831" y="840"/>
                  </a:lnTo>
                  <a:lnTo>
                    <a:pt x="4796" y="825"/>
                  </a:lnTo>
                  <a:lnTo>
                    <a:pt x="4789" y="844"/>
                  </a:lnTo>
                  <a:close/>
                  <a:moveTo>
                    <a:pt x="4718" y="816"/>
                  </a:moveTo>
                  <a:lnTo>
                    <a:pt x="4753" y="830"/>
                  </a:lnTo>
                  <a:lnTo>
                    <a:pt x="4760" y="814"/>
                  </a:lnTo>
                  <a:lnTo>
                    <a:pt x="4725" y="799"/>
                  </a:lnTo>
                  <a:lnTo>
                    <a:pt x="4718" y="816"/>
                  </a:lnTo>
                  <a:close/>
                  <a:moveTo>
                    <a:pt x="4647" y="790"/>
                  </a:moveTo>
                  <a:lnTo>
                    <a:pt x="4682" y="804"/>
                  </a:lnTo>
                  <a:lnTo>
                    <a:pt x="4689" y="785"/>
                  </a:lnTo>
                  <a:lnTo>
                    <a:pt x="4654" y="771"/>
                  </a:lnTo>
                  <a:lnTo>
                    <a:pt x="4647" y="790"/>
                  </a:lnTo>
                  <a:close/>
                  <a:moveTo>
                    <a:pt x="4576" y="762"/>
                  </a:moveTo>
                  <a:lnTo>
                    <a:pt x="4611" y="776"/>
                  </a:lnTo>
                  <a:lnTo>
                    <a:pt x="4618" y="759"/>
                  </a:lnTo>
                  <a:lnTo>
                    <a:pt x="4583" y="745"/>
                  </a:lnTo>
                  <a:lnTo>
                    <a:pt x="4576" y="762"/>
                  </a:lnTo>
                  <a:close/>
                  <a:moveTo>
                    <a:pt x="4505" y="736"/>
                  </a:moveTo>
                  <a:lnTo>
                    <a:pt x="4540" y="750"/>
                  </a:lnTo>
                  <a:lnTo>
                    <a:pt x="4547" y="731"/>
                  </a:lnTo>
                  <a:lnTo>
                    <a:pt x="4512" y="719"/>
                  </a:lnTo>
                  <a:lnTo>
                    <a:pt x="4505" y="736"/>
                  </a:lnTo>
                  <a:close/>
                  <a:moveTo>
                    <a:pt x="4434" y="710"/>
                  </a:moveTo>
                  <a:lnTo>
                    <a:pt x="4469" y="721"/>
                  </a:lnTo>
                  <a:lnTo>
                    <a:pt x="4476" y="705"/>
                  </a:lnTo>
                  <a:lnTo>
                    <a:pt x="4441" y="691"/>
                  </a:lnTo>
                  <a:lnTo>
                    <a:pt x="4434" y="710"/>
                  </a:lnTo>
                  <a:close/>
                  <a:moveTo>
                    <a:pt x="4365" y="681"/>
                  </a:moveTo>
                  <a:lnTo>
                    <a:pt x="4398" y="695"/>
                  </a:lnTo>
                  <a:lnTo>
                    <a:pt x="4406" y="679"/>
                  </a:lnTo>
                  <a:lnTo>
                    <a:pt x="4370" y="665"/>
                  </a:lnTo>
                  <a:lnTo>
                    <a:pt x="4365" y="681"/>
                  </a:lnTo>
                  <a:close/>
                  <a:moveTo>
                    <a:pt x="4294" y="655"/>
                  </a:moveTo>
                  <a:lnTo>
                    <a:pt x="4330" y="669"/>
                  </a:lnTo>
                  <a:lnTo>
                    <a:pt x="4335" y="650"/>
                  </a:lnTo>
                  <a:lnTo>
                    <a:pt x="4299" y="636"/>
                  </a:lnTo>
                  <a:lnTo>
                    <a:pt x="4294" y="655"/>
                  </a:lnTo>
                  <a:close/>
                  <a:moveTo>
                    <a:pt x="4223" y="629"/>
                  </a:moveTo>
                  <a:lnTo>
                    <a:pt x="4259" y="641"/>
                  </a:lnTo>
                  <a:lnTo>
                    <a:pt x="4266" y="624"/>
                  </a:lnTo>
                  <a:lnTo>
                    <a:pt x="4231" y="610"/>
                  </a:lnTo>
                  <a:lnTo>
                    <a:pt x="4223" y="629"/>
                  </a:lnTo>
                  <a:close/>
                  <a:moveTo>
                    <a:pt x="4153" y="601"/>
                  </a:moveTo>
                  <a:lnTo>
                    <a:pt x="4188" y="615"/>
                  </a:lnTo>
                  <a:lnTo>
                    <a:pt x="4195" y="596"/>
                  </a:lnTo>
                  <a:lnTo>
                    <a:pt x="4160" y="584"/>
                  </a:lnTo>
                  <a:lnTo>
                    <a:pt x="4153" y="601"/>
                  </a:lnTo>
                  <a:close/>
                  <a:moveTo>
                    <a:pt x="4082" y="575"/>
                  </a:moveTo>
                  <a:lnTo>
                    <a:pt x="4117" y="587"/>
                  </a:lnTo>
                  <a:lnTo>
                    <a:pt x="4124" y="570"/>
                  </a:lnTo>
                  <a:lnTo>
                    <a:pt x="4089" y="556"/>
                  </a:lnTo>
                  <a:lnTo>
                    <a:pt x="4082" y="575"/>
                  </a:lnTo>
                  <a:close/>
                  <a:moveTo>
                    <a:pt x="4011" y="546"/>
                  </a:moveTo>
                  <a:lnTo>
                    <a:pt x="4046" y="561"/>
                  </a:lnTo>
                  <a:lnTo>
                    <a:pt x="4053" y="544"/>
                  </a:lnTo>
                  <a:lnTo>
                    <a:pt x="4018" y="530"/>
                  </a:lnTo>
                  <a:lnTo>
                    <a:pt x="4011" y="546"/>
                  </a:lnTo>
                  <a:close/>
                  <a:moveTo>
                    <a:pt x="3940" y="520"/>
                  </a:moveTo>
                  <a:lnTo>
                    <a:pt x="3975" y="535"/>
                  </a:lnTo>
                  <a:lnTo>
                    <a:pt x="3982" y="516"/>
                  </a:lnTo>
                  <a:lnTo>
                    <a:pt x="3947" y="501"/>
                  </a:lnTo>
                  <a:lnTo>
                    <a:pt x="3940" y="520"/>
                  </a:lnTo>
                  <a:close/>
                  <a:moveTo>
                    <a:pt x="3869" y="494"/>
                  </a:moveTo>
                  <a:lnTo>
                    <a:pt x="3904" y="506"/>
                  </a:lnTo>
                  <a:lnTo>
                    <a:pt x="3911" y="490"/>
                  </a:lnTo>
                  <a:lnTo>
                    <a:pt x="3876" y="475"/>
                  </a:lnTo>
                  <a:lnTo>
                    <a:pt x="3869" y="494"/>
                  </a:lnTo>
                  <a:close/>
                  <a:moveTo>
                    <a:pt x="3798" y="466"/>
                  </a:moveTo>
                  <a:lnTo>
                    <a:pt x="3833" y="480"/>
                  </a:lnTo>
                  <a:lnTo>
                    <a:pt x="3840" y="461"/>
                  </a:lnTo>
                  <a:lnTo>
                    <a:pt x="3805" y="449"/>
                  </a:lnTo>
                  <a:lnTo>
                    <a:pt x="3798" y="466"/>
                  </a:lnTo>
                  <a:close/>
                  <a:moveTo>
                    <a:pt x="3727" y="440"/>
                  </a:moveTo>
                  <a:lnTo>
                    <a:pt x="3762" y="452"/>
                  </a:lnTo>
                  <a:lnTo>
                    <a:pt x="3769" y="435"/>
                  </a:lnTo>
                  <a:lnTo>
                    <a:pt x="3734" y="421"/>
                  </a:lnTo>
                  <a:lnTo>
                    <a:pt x="3727" y="440"/>
                  </a:lnTo>
                  <a:close/>
                  <a:moveTo>
                    <a:pt x="3658" y="412"/>
                  </a:moveTo>
                  <a:lnTo>
                    <a:pt x="3691" y="426"/>
                  </a:lnTo>
                  <a:lnTo>
                    <a:pt x="3698" y="409"/>
                  </a:lnTo>
                  <a:lnTo>
                    <a:pt x="3663" y="395"/>
                  </a:lnTo>
                  <a:lnTo>
                    <a:pt x="3658" y="412"/>
                  </a:lnTo>
                  <a:close/>
                  <a:moveTo>
                    <a:pt x="3587" y="386"/>
                  </a:moveTo>
                  <a:lnTo>
                    <a:pt x="3623" y="400"/>
                  </a:lnTo>
                  <a:lnTo>
                    <a:pt x="3628" y="381"/>
                  </a:lnTo>
                  <a:lnTo>
                    <a:pt x="3592" y="367"/>
                  </a:lnTo>
                  <a:lnTo>
                    <a:pt x="3587" y="386"/>
                  </a:lnTo>
                  <a:close/>
                  <a:moveTo>
                    <a:pt x="3516" y="360"/>
                  </a:moveTo>
                  <a:lnTo>
                    <a:pt x="3552" y="371"/>
                  </a:lnTo>
                  <a:lnTo>
                    <a:pt x="3557" y="355"/>
                  </a:lnTo>
                  <a:lnTo>
                    <a:pt x="3523" y="341"/>
                  </a:lnTo>
                  <a:lnTo>
                    <a:pt x="3516" y="360"/>
                  </a:lnTo>
                  <a:close/>
                  <a:moveTo>
                    <a:pt x="3445" y="331"/>
                  </a:moveTo>
                  <a:lnTo>
                    <a:pt x="3481" y="345"/>
                  </a:lnTo>
                  <a:lnTo>
                    <a:pt x="3488" y="326"/>
                  </a:lnTo>
                  <a:lnTo>
                    <a:pt x="3453" y="315"/>
                  </a:lnTo>
                  <a:lnTo>
                    <a:pt x="3445" y="331"/>
                  </a:lnTo>
                  <a:close/>
                  <a:moveTo>
                    <a:pt x="3375" y="305"/>
                  </a:moveTo>
                  <a:lnTo>
                    <a:pt x="3410" y="317"/>
                  </a:lnTo>
                  <a:lnTo>
                    <a:pt x="3417" y="300"/>
                  </a:lnTo>
                  <a:lnTo>
                    <a:pt x="3382" y="286"/>
                  </a:lnTo>
                  <a:lnTo>
                    <a:pt x="3375" y="305"/>
                  </a:lnTo>
                  <a:close/>
                  <a:moveTo>
                    <a:pt x="3304" y="277"/>
                  </a:moveTo>
                  <a:lnTo>
                    <a:pt x="3339" y="291"/>
                  </a:lnTo>
                  <a:lnTo>
                    <a:pt x="3346" y="274"/>
                  </a:lnTo>
                  <a:lnTo>
                    <a:pt x="3311" y="260"/>
                  </a:lnTo>
                  <a:lnTo>
                    <a:pt x="3304" y="277"/>
                  </a:lnTo>
                  <a:close/>
                  <a:moveTo>
                    <a:pt x="3233" y="251"/>
                  </a:moveTo>
                  <a:lnTo>
                    <a:pt x="3268" y="265"/>
                  </a:lnTo>
                  <a:lnTo>
                    <a:pt x="3275" y="246"/>
                  </a:lnTo>
                  <a:lnTo>
                    <a:pt x="3240" y="232"/>
                  </a:lnTo>
                  <a:lnTo>
                    <a:pt x="3233" y="251"/>
                  </a:lnTo>
                  <a:close/>
                  <a:moveTo>
                    <a:pt x="3162" y="225"/>
                  </a:moveTo>
                  <a:lnTo>
                    <a:pt x="3197" y="237"/>
                  </a:lnTo>
                  <a:lnTo>
                    <a:pt x="3204" y="220"/>
                  </a:lnTo>
                  <a:lnTo>
                    <a:pt x="3169" y="206"/>
                  </a:lnTo>
                  <a:lnTo>
                    <a:pt x="3162" y="225"/>
                  </a:lnTo>
                  <a:close/>
                  <a:moveTo>
                    <a:pt x="3091" y="196"/>
                  </a:moveTo>
                  <a:lnTo>
                    <a:pt x="3126" y="211"/>
                  </a:lnTo>
                  <a:lnTo>
                    <a:pt x="3133" y="192"/>
                  </a:lnTo>
                  <a:lnTo>
                    <a:pt x="3098" y="180"/>
                  </a:lnTo>
                  <a:lnTo>
                    <a:pt x="3091" y="196"/>
                  </a:lnTo>
                  <a:close/>
                  <a:moveTo>
                    <a:pt x="3022" y="180"/>
                  </a:moveTo>
                  <a:lnTo>
                    <a:pt x="3053" y="182"/>
                  </a:lnTo>
                  <a:lnTo>
                    <a:pt x="3055" y="182"/>
                  </a:lnTo>
                  <a:lnTo>
                    <a:pt x="3062" y="166"/>
                  </a:lnTo>
                  <a:lnTo>
                    <a:pt x="3058" y="163"/>
                  </a:lnTo>
                  <a:lnTo>
                    <a:pt x="3058" y="163"/>
                  </a:lnTo>
                  <a:lnTo>
                    <a:pt x="3022" y="161"/>
                  </a:lnTo>
                  <a:lnTo>
                    <a:pt x="3022" y="180"/>
                  </a:lnTo>
                  <a:close/>
                  <a:moveTo>
                    <a:pt x="2946" y="177"/>
                  </a:moveTo>
                  <a:lnTo>
                    <a:pt x="2984" y="177"/>
                  </a:lnTo>
                  <a:lnTo>
                    <a:pt x="2984" y="158"/>
                  </a:lnTo>
                  <a:lnTo>
                    <a:pt x="2946" y="158"/>
                  </a:lnTo>
                  <a:lnTo>
                    <a:pt x="2946" y="177"/>
                  </a:lnTo>
                  <a:close/>
                  <a:moveTo>
                    <a:pt x="2871" y="173"/>
                  </a:moveTo>
                  <a:lnTo>
                    <a:pt x="2909" y="175"/>
                  </a:lnTo>
                  <a:lnTo>
                    <a:pt x="2909" y="156"/>
                  </a:lnTo>
                  <a:lnTo>
                    <a:pt x="2871" y="154"/>
                  </a:lnTo>
                  <a:lnTo>
                    <a:pt x="2871" y="173"/>
                  </a:lnTo>
                  <a:close/>
                  <a:moveTo>
                    <a:pt x="2795" y="168"/>
                  </a:moveTo>
                  <a:lnTo>
                    <a:pt x="2833" y="170"/>
                  </a:lnTo>
                  <a:lnTo>
                    <a:pt x="2833" y="151"/>
                  </a:lnTo>
                  <a:lnTo>
                    <a:pt x="2795" y="149"/>
                  </a:lnTo>
                  <a:lnTo>
                    <a:pt x="2795" y="168"/>
                  </a:lnTo>
                  <a:close/>
                  <a:moveTo>
                    <a:pt x="2719" y="163"/>
                  </a:moveTo>
                  <a:lnTo>
                    <a:pt x="2757" y="166"/>
                  </a:lnTo>
                  <a:lnTo>
                    <a:pt x="2757" y="147"/>
                  </a:lnTo>
                  <a:lnTo>
                    <a:pt x="2719" y="144"/>
                  </a:lnTo>
                  <a:lnTo>
                    <a:pt x="2719" y="163"/>
                  </a:lnTo>
                  <a:close/>
                  <a:moveTo>
                    <a:pt x="2644" y="161"/>
                  </a:moveTo>
                  <a:lnTo>
                    <a:pt x="2682" y="163"/>
                  </a:lnTo>
                  <a:lnTo>
                    <a:pt x="2682" y="144"/>
                  </a:lnTo>
                  <a:lnTo>
                    <a:pt x="2644" y="142"/>
                  </a:lnTo>
                  <a:lnTo>
                    <a:pt x="2644" y="161"/>
                  </a:lnTo>
                  <a:close/>
                  <a:moveTo>
                    <a:pt x="2568" y="156"/>
                  </a:moveTo>
                  <a:lnTo>
                    <a:pt x="2606" y="158"/>
                  </a:lnTo>
                  <a:lnTo>
                    <a:pt x="2606" y="140"/>
                  </a:lnTo>
                  <a:lnTo>
                    <a:pt x="2568" y="137"/>
                  </a:lnTo>
                  <a:lnTo>
                    <a:pt x="2568" y="156"/>
                  </a:lnTo>
                  <a:close/>
                  <a:moveTo>
                    <a:pt x="2492" y="151"/>
                  </a:moveTo>
                  <a:lnTo>
                    <a:pt x="2530" y="154"/>
                  </a:lnTo>
                  <a:lnTo>
                    <a:pt x="2530" y="135"/>
                  </a:lnTo>
                  <a:lnTo>
                    <a:pt x="2492" y="132"/>
                  </a:lnTo>
                  <a:lnTo>
                    <a:pt x="2492" y="151"/>
                  </a:lnTo>
                  <a:close/>
                  <a:moveTo>
                    <a:pt x="2417" y="149"/>
                  </a:moveTo>
                  <a:lnTo>
                    <a:pt x="2455" y="149"/>
                  </a:lnTo>
                  <a:lnTo>
                    <a:pt x="2455" y="132"/>
                  </a:lnTo>
                  <a:lnTo>
                    <a:pt x="2417" y="130"/>
                  </a:lnTo>
                  <a:lnTo>
                    <a:pt x="2417" y="149"/>
                  </a:lnTo>
                  <a:close/>
                  <a:moveTo>
                    <a:pt x="2341" y="144"/>
                  </a:moveTo>
                  <a:lnTo>
                    <a:pt x="2379" y="147"/>
                  </a:lnTo>
                  <a:lnTo>
                    <a:pt x="2381" y="128"/>
                  </a:lnTo>
                  <a:lnTo>
                    <a:pt x="2343" y="125"/>
                  </a:lnTo>
                  <a:lnTo>
                    <a:pt x="2341" y="144"/>
                  </a:lnTo>
                  <a:close/>
                  <a:moveTo>
                    <a:pt x="2265" y="140"/>
                  </a:moveTo>
                  <a:lnTo>
                    <a:pt x="2303" y="142"/>
                  </a:lnTo>
                  <a:lnTo>
                    <a:pt x="2306" y="123"/>
                  </a:lnTo>
                  <a:lnTo>
                    <a:pt x="2268" y="121"/>
                  </a:lnTo>
                  <a:lnTo>
                    <a:pt x="2265" y="140"/>
                  </a:lnTo>
                  <a:close/>
                  <a:moveTo>
                    <a:pt x="2190" y="137"/>
                  </a:moveTo>
                  <a:lnTo>
                    <a:pt x="2228" y="137"/>
                  </a:lnTo>
                  <a:lnTo>
                    <a:pt x="2230" y="118"/>
                  </a:lnTo>
                  <a:lnTo>
                    <a:pt x="2192" y="118"/>
                  </a:lnTo>
                  <a:lnTo>
                    <a:pt x="2190" y="137"/>
                  </a:lnTo>
                  <a:close/>
                  <a:moveTo>
                    <a:pt x="2114" y="132"/>
                  </a:moveTo>
                  <a:lnTo>
                    <a:pt x="2152" y="135"/>
                  </a:lnTo>
                  <a:lnTo>
                    <a:pt x="2154" y="116"/>
                  </a:lnTo>
                  <a:lnTo>
                    <a:pt x="2116" y="114"/>
                  </a:lnTo>
                  <a:lnTo>
                    <a:pt x="2114" y="132"/>
                  </a:lnTo>
                  <a:close/>
                  <a:moveTo>
                    <a:pt x="2038" y="128"/>
                  </a:moveTo>
                  <a:lnTo>
                    <a:pt x="2076" y="130"/>
                  </a:lnTo>
                  <a:lnTo>
                    <a:pt x="2079" y="111"/>
                  </a:lnTo>
                  <a:lnTo>
                    <a:pt x="2041" y="109"/>
                  </a:lnTo>
                  <a:lnTo>
                    <a:pt x="2038" y="128"/>
                  </a:lnTo>
                  <a:close/>
                  <a:moveTo>
                    <a:pt x="1963" y="123"/>
                  </a:moveTo>
                  <a:lnTo>
                    <a:pt x="2001" y="125"/>
                  </a:lnTo>
                  <a:lnTo>
                    <a:pt x="2003" y="106"/>
                  </a:lnTo>
                  <a:lnTo>
                    <a:pt x="1965" y="104"/>
                  </a:lnTo>
                  <a:lnTo>
                    <a:pt x="1963" y="123"/>
                  </a:lnTo>
                  <a:close/>
                  <a:moveTo>
                    <a:pt x="1887" y="121"/>
                  </a:moveTo>
                  <a:lnTo>
                    <a:pt x="1925" y="123"/>
                  </a:lnTo>
                  <a:lnTo>
                    <a:pt x="1927" y="104"/>
                  </a:lnTo>
                  <a:lnTo>
                    <a:pt x="1889" y="102"/>
                  </a:lnTo>
                  <a:lnTo>
                    <a:pt x="1887" y="121"/>
                  </a:lnTo>
                  <a:close/>
                  <a:moveTo>
                    <a:pt x="1811" y="116"/>
                  </a:moveTo>
                  <a:lnTo>
                    <a:pt x="1849" y="118"/>
                  </a:lnTo>
                  <a:lnTo>
                    <a:pt x="1852" y="99"/>
                  </a:lnTo>
                  <a:lnTo>
                    <a:pt x="1814" y="97"/>
                  </a:lnTo>
                  <a:lnTo>
                    <a:pt x="1811" y="116"/>
                  </a:lnTo>
                  <a:close/>
                  <a:moveTo>
                    <a:pt x="1736" y="111"/>
                  </a:moveTo>
                  <a:lnTo>
                    <a:pt x="1774" y="114"/>
                  </a:lnTo>
                  <a:lnTo>
                    <a:pt x="1776" y="95"/>
                  </a:lnTo>
                  <a:lnTo>
                    <a:pt x="1738" y="92"/>
                  </a:lnTo>
                  <a:lnTo>
                    <a:pt x="1736" y="111"/>
                  </a:lnTo>
                  <a:close/>
                  <a:moveTo>
                    <a:pt x="1662" y="109"/>
                  </a:moveTo>
                  <a:lnTo>
                    <a:pt x="1698" y="109"/>
                  </a:lnTo>
                  <a:lnTo>
                    <a:pt x="1700" y="92"/>
                  </a:lnTo>
                  <a:lnTo>
                    <a:pt x="1662" y="90"/>
                  </a:lnTo>
                  <a:lnTo>
                    <a:pt x="1662" y="109"/>
                  </a:lnTo>
                  <a:close/>
                  <a:moveTo>
                    <a:pt x="1587" y="104"/>
                  </a:moveTo>
                  <a:lnTo>
                    <a:pt x="1625" y="106"/>
                  </a:lnTo>
                  <a:lnTo>
                    <a:pt x="1625" y="88"/>
                  </a:lnTo>
                  <a:lnTo>
                    <a:pt x="1587" y="85"/>
                  </a:lnTo>
                  <a:lnTo>
                    <a:pt x="1587" y="104"/>
                  </a:lnTo>
                  <a:close/>
                  <a:moveTo>
                    <a:pt x="1511" y="99"/>
                  </a:moveTo>
                  <a:lnTo>
                    <a:pt x="1549" y="102"/>
                  </a:lnTo>
                  <a:lnTo>
                    <a:pt x="1549" y="83"/>
                  </a:lnTo>
                  <a:lnTo>
                    <a:pt x="1511" y="80"/>
                  </a:lnTo>
                  <a:lnTo>
                    <a:pt x="1511" y="99"/>
                  </a:lnTo>
                  <a:close/>
                  <a:moveTo>
                    <a:pt x="1435" y="97"/>
                  </a:moveTo>
                  <a:lnTo>
                    <a:pt x="1473" y="97"/>
                  </a:lnTo>
                  <a:lnTo>
                    <a:pt x="1473" y="78"/>
                  </a:lnTo>
                  <a:lnTo>
                    <a:pt x="1435" y="78"/>
                  </a:lnTo>
                  <a:lnTo>
                    <a:pt x="1435" y="97"/>
                  </a:lnTo>
                  <a:close/>
                  <a:moveTo>
                    <a:pt x="1360" y="92"/>
                  </a:moveTo>
                  <a:lnTo>
                    <a:pt x="1398" y="95"/>
                  </a:lnTo>
                  <a:lnTo>
                    <a:pt x="1398" y="76"/>
                  </a:lnTo>
                  <a:lnTo>
                    <a:pt x="1360" y="73"/>
                  </a:lnTo>
                  <a:lnTo>
                    <a:pt x="1360" y="92"/>
                  </a:lnTo>
                  <a:close/>
                  <a:moveTo>
                    <a:pt x="1284" y="88"/>
                  </a:moveTo>
                  <a:lnTo>
                    <a:pt x="1322" y="90"/>
                  </a:lnTo>
                  <a:lnTo>
                    <a:pt x="1322" y="71"/>
                  </a:lnTo>
                  <a:lnTo>
                    <a:pt x="1284" y="69"/>
                  </a:lnTo>
                  <a:lnTo>
                    <a:pt x="1284" y="88"/>
                  </a:lnTo>
                  <a:close/>
                  <a:moveTo>
                    <a:pt x="1208" y="83"/>
                  </a:moveTo>
                  <a:lnTo>
                    <a:pt x="1246" y="85"/>
                  </a:lnTo>
                  <a:lnTo>
                    <a:pt x="1246" y="66"/>
                  </a:lnTo>
                  <a:lnTo>
                    <a:pt x="1208" y="64"/>
                  </a:lnTo>
                  <a:lnTo>
                    <a:pt x="1208" y="83"/>
                  </a:lnTo>
                  <a:close/>
                  <a:moveTo>
                    <a:pt x="1133" y="80"/>
                  </a:moveTo>
                  <a:lnTo>
                    <a:pt x="1171" y="83"/>
                  </a:lnTo>
                  <a:lnTo>
                    <a:pt x="1171" y="64"/>
                  </a:lnTo>
                  <a:lnTo>
                    <a:pt x="1133" y="62"/>
                  </a:lnTo>
                  <a:lnTo>
                    <a:pt x="1133" y="80"/>
                  </a:lnTo>
                  <a:close/>
                  <a:moveTo>
                    <a:pt x="1057" y="76"/>
                  </a:moveTo>
                  <a:lnTo>
                    <a:pt x="1095" y="78"/>
                  </a:lnTo>
                  <a:lnTo>
                    <a:pt x="1095" y="59"/>
                  </a:lnTo>
                  <a:lnTo>
                    <a:pt x="1057" y="57"/>
                  </a:lnTo>
                  <a:lnTo>
                    <a:pt x="1057" y="76"/>
                  </a:lnTo>
                  <a:close/>
                  <a:moveTo>
                    <a:pt x="981" y="71"/>
                  </a:moveTo>
                  <a:lnTo>
                    <a:pt x="1019" y="73"/>
                  </a:lnTo>
                  <a:lnTo>
                    <a:pt x="1019" y="54"/>
                  </a:lnTo>
                  <a:lnTo>
                    <a:pt x="981" y="52"/>
                  </a:lnTo>
                  <a:lnTo>
                    <a:pt x="981" y="71"/>
                  </a:lnTo>
                  <a:close/>
                  <a:moveTo>
                    <a:pt x="906" y="69"/>
                  </a:moveTo>
                  <a:lnTo>
                    <a:pt x="944" y="69"/>
                  </a:lnTo>
                  <a:lnTo>
                    <a:pt x="944" y="50"/>
                  </a:lnTo>
                  <a:lnTo>
                    <a:pt x="906" y="50"/>
                  </a:lnTo>
                  <a:lnTo>
                    <a:pt x="906" y="69"/>
                  </a:lnTo>
                  <a:close/>
                  <a:moveTo>
                    <a:pt x="830" y="64"/>
                  </a:moveTo>
                  <a:lnTo>
                    <a:pt x="868" y="66"/>
                  </a:lnTo>
                  <a:lnTo>
                    <a:pt x="868" y="47"/>
                  </a:lnTo>
                  <a:lnTo>
                    <a:pt x="830" y="45"/>
                  </a:lnTo>
                  <a:lnTo>
                    <a:pt x="830" y="64"/>
                  </a:lnTo>
                  <a:close/>
                  <a:moveTo>
                    <a:pt x="754" y="59"/>
                  </a:moveTo>
                  <a:lnTo>
                    <a:pt x="792" y="62"/>
                  </a:lnTo>
                  <a:lnTo>
                    <a:pt x="792" y="43"/>
                  </a:lnTo>
                  <a:lnTo>
                    <a:pt x="754" y="40"/>
                  </a:lnTo>
                  <a:lnTo>
                    <a:pt x="754" y="59"/>
                  </a:lnTo>
                  <a:close/>
                  <a:moveTo>
                    <a:pt x="679" y="57"/>
                  </a:moveTo>
                  <a:lnTo>
                    <a:pt x="716" y="57"/>
                  </a:lnTo>
                  <a:lnTo>
                    <a:pt x="719" y="38"/>
                  </a:lnTo>
                  <a:lnTo>
                    <a:pt x="681" y="38"/>
                  </a:lnTo>
                  <a:lnTo>
                    <a:pt x="679" y="57"/>
                  </a:lnTo>
                  <a:close/>
                  <a:moveTo>
                    <a:pt x="603" y="52"/>
                  </a:moveTo>
                  <a:lnTo>
                    <a:pt x="641" y="54"/>
                  </a:lnTo>
                  <a:lnTo>
                    <a:pt x="643" y="35"/>
                  </a:lnTo>
                  <a:lnTo>
                    <a:pt x="605" y="33"/>
                  </a:lnTo>
                  <a:lnTo>
                    <a:pt x="603" y="52"/>
                  </a:lnTo>
                  <a:close/>
                  <a:moveTo>
                    <a:pt x="527" y="47"/>
                  </a:moveTo>
                  <a:lnTo>
                    <a:pt x="565" y="50"/>
                  </a:lnTo>
                  <a:lnTo>
                    <a:pt x="568" y="31"/>
                  </a:lnTo>
                  <a:lnTo>
                    <a:pt x="530" y="28"/>
                  </a:lnTo>
                  <a:lnTo>
                    <a:pt x="527" y="47"/>
                  </a:lnTo>
                  <a:close/>
                  <a:moveTo>
                    <a:pt x="452" y="43"/>
                  </a:moveTo>
                  <a:lnTo>
                    <a:pt x="489" y="45"/>
                  </a:lnTo>
                  <a:lnTo>
                    <a:pt x="492" y="26"/>
                  </a:lnTo>
                  <a:lnTo>
                    <a:pt x="454" y="24"/>
                  </a:lnTo>
                  <a:lnTo>
                    <a:pt x="452" y="43"/>
                  </a:lnTo>
                  <a:close/>
                  <a:moveTo>
                    <a:pt x="376" y="40"/>
                  </a:moveTo>
                  <a:lnTo>
                    <a:pt x="414" y="43"/>
                  </a:lnTo>
                  <a:lnTo>
                    <a:pt x="416" y="24"/>
                  </a:lnTo>
                  <a:lnTo>
                    <a:pt x="378" y="21"/>
                  </a:lnTo>
                  <a:lnTo>
                    <a:pt x="376" y="40"/>
                  </a:lnTo>
                  <a:close/>
                  <a:moveTo>
                    <a:pt x="300" y="35"/>
                  </a:moveTo>
                  <a:lnTo>
                    <a:pt x="338" y="38"/>
                  </a:lnTo>
                  <a:lnTo>
                    <a:pt x="340" y="19"/>
                  </a:lnTo>
                  <a:lnTo>
                    <a:pt x="303" y="17"/>
                  </a:lnTo>
                  <a:lnTo>
                    <a:pt x="300" y="35"/>
                  </a:lnTo>
                  <a:close/>
                  <a:moveTo>
                    <a:pt x="225" y="31"/>
                  </a:moveTo>
                  <a:lnTo>
                    <a:pt x="262" y="33"/>
                  </a:lnTo>
                  <a:lnTo>
                    <a:pt x="265" y="14"/>
                  </a:lnTo>
                  <a:lnTo>
                    <a:pt x="227" y="12"/>
                  </a:lnTo>
                  <a:lnTo>
                    <a:pt x="225" y="31"/>
                  </a:lnTo>
                  <a:close/>
                  <a:moveTo>
                    <a:pt x="149" y="28"/>
                  </a:moveTo>
                  <a:lnTo>
                    <a:pt x="187" y="28"/>
                  </a:lnTo>
                  <a:lnTo>
                    <a:pt x="189" y="9"/>
                  </a:lnTo>
                  <a:lnTo>
                    <a:pt x="151" y="9"/>
                  </a:lnTo>
                  <a:lnTo>
                    <a:pt x="149" y="28"/>
                  </a:lnTo>
                  <a:close/>
                  <a:moveTo>
                    <a:pt x="73" y="24"/>
                  </a:moveTo>
                  <a:lnTo>
                    <a:pt x="111" y="26"/>
                  </a:lnTo>
                  <a:lnTo>
                    <a:pt x="113" y="7"/>
                  </a:lnTo>
                  <a:lnTo>
                    <a:pt x="76" y="5"/>
                  </a:lnTo>
                  <a:lnTo>
                    <a:pt x="73" y="24"/>
                  </a:lnTo>
                  <a:close/>
                  <a:moveTo>
                    <a:pt x="0" y="19"/>
                  </a:moveTo>
                  <a:lnTo>
                    <a:pt x="35" y="21"/>
                  </a:lnTo>
                  <a:lnTo>
                    <a:pt x="38" y="2"/>
                  </a:lnTo>
                  <a:lnTo>
                    <a:pt x="0" y="0"/>
                  </a:lnTo>
                  <a:lnTo>
                    <a:pt x="0" y="19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68572" tIns="34287" rIns="68572" bIns="34287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GB" sz="675"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3" name="Freeform 9"/>
            <p:cNvSpPr>
              <a:spLocks noEditPoints="1"/>
            </p:cNvSpPr>
            <p:nvPr/>
          </p:nvSpPr>
          <p:spPr bwMode="auto">
            <a:xfrm>
              <a:off x="6082670" y="3312072"/>
              <a:ext cx="2304686" cy="110346"/>
            </a:xfrm>
            <a:custGeom>
              <a:avLst/>
              <a:gdLst>
                <a:gd name="T0" fmla="*/ 12 w 3112"/>
                <a:gd name="T1" fmla="*/ 149 h 149"/>
                <a:gd name="T2" fmla="*/ 50 w 3112"/>
                <a:gd name="T3" fmla="*/ 147 h 149"/>
                <a:gd name="T4" fmla="*/ 126 w 3112"/>
                <a:gd name="T5" fmla="*/ 125 h 149"/>
                <a:gd name="T6" fmla="*/ 237 w 3112"/>
                <a:gd name="T7" fmla="*/ 121 h 149"/>
                <a:gd name="T8" fmla="*/ 237 w 3112"/>
                <a:gd name="T9" fmla="*/ 121 h 149"/>
                <a:gd name="T10" fmla="*/ 315 w 3112"/>
                <a:gd name="T11" fmla="*/ 135 h 149"/>
                <a:gd name="T12" fmla="*/ 353 w 3112"/>
                <a:gd name="T13" fmla="*/ 135 h 149"/>
                <a:gd name="T14" fmla="*/ 426 w 3112"/>
                <a:gd name="T15" fmla="*/ 114 h 149"/>
                <a:gd name="T16" fmla="*/ 539 w 3112"/>
                <a:gd name="T17" fmla="*/ 109 h 149"/>
                <a:gd name="T18" fmla="*/ 539 w 3112"/>
                <a:gd name="T19" fmla="*/ 109 h 149"/>
                <a:gd name="T20" fmla="*/ 617 w 3112"/>
                <a:gd name="T21" fmla="*/ 123 h 149"/>
                <a:gd name="T22" fmla="*/ 655 w 3112"/>
                <a:gd name="T23" fmla="*/ 123 h 149"/>
                <a:gd name="T24" fmla="*/ 729 w 3112"/>
                <a:gd name="T25" fmla="*/ 99 h 149"/>
                <a:gd name="T26" fmla="*/ 842 w 3112"/>
                <a:gd name="T27" fmla="*/ 95 h 149"/>
                <a:gd name="T28" fmla="*/ 842 w 3112"/>
                <a:gd name="T29" fmla="*/ 95 h 149"/>
                <a:gd name="T30" fmla="*/ 920 w 3112"/>
                <a:gd name="T31" fmla="*/ 111 h 149"/>
                <a:gd name="T32" fmla="*/ 958 w 3112"/>
                <a:gd name="T33" fmla="*/ 109 h 149"/>
                <a:gd name="T34" fmla="*/ 1031 w 3112"/>
                <a:gd name="T35" fmla="*/ 88 h 149"/>
                <a:gd name="T36" fmla="*/ 1145 w 3112"/>
                <a:gd name="T37" fmla="*/ 83 h 149"/>
                <a:gd name="T38" fmla="*/ 1145 w 3112"/>
                <a:gd name="T39" fmla="*/ 83 h 149"/>
                <a:gd name="T40" fmla="*/ 1220 w 3112"/>
                <a:gd name="T41" fmla="*/ 99 h 149"/>
                <a:gd name="T42" fmla="*/ 1258 w 3112"/>
                <a:gd name="T43" fmla="*/ 97 h 149"/>
                <a:gd name="T44" fmla="*/ 1334 w 3112"/>
                <a:gd name="T45" fmla="*/ 76 h 149"/>
                <a:gd name="T46" fmla="*/ 1448 w 3112"/>
                <a:gd name="T47" fmla="*/ 71 h 149"/>
                <a:gd name="T48" fmla="*/ 1448 w 3112"/>
                <a:gd name="T49" fmla="*/ 71 h 149"/>
                <a:gd name="T50" fmla="*/ 1523 w 3112"/>
                <a:gd name="T51" fmla="*/ 85 h 149"/>
                <a:gd name="T52" fmla="*/ 1561 w 3112"/>
                <a:gd name="T53" fmla="*/ 85 h 149"/>
                <a:gd name="T54" fmla="*/ 1637 w 3112"/>
                <a:gd name="T55" fmla="*/ 62 h 149"/>
                <a:gd name="T56" fmla="*/ 1750 w 3112"/>
                <a:gd name="T57" fmla="*/ 57 h 149"/>
                <a:gd name="T58" fmla="*/ 1750 w 3112"/>
                <a:gd name="T59" fmla="*/ 57 h 149"/>
                <a:gd name="T60" fmla="*/ 1826 w 3112"/>
                <a:gd name="T61" fmla="*/ 73 h 149"/>
                <a:gd name="T62" fmla="*/ 1864 w 3112"/>
                <a:gd name="T63" fmla="*/ 71 h 149"/>
                <a:gd name="T64" fmla="*/ 1939 w 3112"/>
                <a:gd name="T65" fmla="*/ 50 h 149"/>
                <a:gd name="T66" fmla="*/ 2053 w 3112"/>
                <a:gd name="T67" fmla="*/ 45 h 149"/>
                <a:gd name="T68" fmla="*/ 2053 w 3112"/>
                <a:gd name="T69" fmla="*/ 45 h 149"/>
                <a:gd name="T70" fmla="*/ 2129 w 3112"/>
                <a:gd name="T71" fmla="*/ 62 h 149"/>
                <a:gd name="T72" fmla="*/ 2166 w 3112"/>
                <a:gd name="T73" fmla="*/ 59 h 149"/>
                <a:gd name="T74" fmla="*/ 2242 w 3112"/>
                <a:gd name="T75" fmla="*/ 38 h 149"/>
                <a:gd name="T76" fmla="*/ 2356 w 3112"/>
                <a:gd name="T77" fmla="*/ 33 h 149"/>
                <a:gd name="T78" fmla="*/ 2356 w 3112"/>
                <a:gd name="T79" fmla="*/ 33 h 149"/>
                <a:gd name="T80" fmla="*/ 2431 w 3112"/>
                <a:gd name="T81" fmla="*/ 47 h 149"/>
                <a:gd name="T82" fmla="*/ 2469 w 3112"/>
                <a:gd name="T83" fmla="*/ 47 h 149"/>
                <a:gd name="T84" fmla="*/ 2545 w 3112"/>
                <a:gd name="T85" fmla="*/ 24 h 149"/>
                <a:gd name="T86" fmla="*/ 2658 w 3112"/>
                <a:gd name="T87" fmla="*/ 19 h 149"/>
                <a:gd name="T88" fmla="*/ 2658 w 3112"/>
                <a:gd name="T89" fmla="*/ 19 h 149"/>
                <a:gd name="T90" fmla="*/ 2734 w 3112"/>
                <a:gd name="T91" fmla="*/ 36 h 149"/>
                <a:gd name="T92" fmla="*/ 2772 w 3112"/>
                <a:gd name="T93" fmla="*/ 33 h 149"/>
                <a:gd name="T94" fmla="*/ 2847 w 3112"/>
                <a:gd name="T95" fmla="*/ 12 h 149"/>
                <a:gd name="T96" fmla="*/ 2961 w 3112"/>
                <a:gd name="T97" fmla="*/ 7 h 149"/>
                <a:gd name="T98" fmla="*/ 2961 w 3112"/>
                <a:gd name="T99" fmla="*/ 7 h 149"/>
                <a:gd name="T100" fmla="*/ 3037 w 3112"/>
                <a:gd name="T101" fmla="*/ 24 h 149"/>
                <a:gd name="T102" fmla="*/ 3074 w 3112"/>
                <a:gd name="T103" fmla="*/ 21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112" h="149">
                  <a:moveTo>
                    <a:pt x="12" y="130"/>
                  </a:moveTo>
                  <a:lnTo>
                    <a:pt x="0" y="130"/>
                  </a:lnTo>
                  <a:lnTo>
                    <a:pt x="0" y="149"/>
                  </a:lnTo>
                  <a:lnTo>
                    <a:pt x="12" y="149"/>
                  </a:lnTo>
                  <a:lnTo>
                    <a:pt x="12" y="130"/>
                  </a:lnTo>
                  <a:close/>
                  <a:moveTo>
                    <a:pt x="88" y="125"/>
                  </a:moveTo>
                  <a:lnTo>
                    <a:pt x="50" y="128"/>
                  </a:lnTo>
                  <a:lnTo>
                    <a:pt x="50" y="147"/>
                  </a:lnTo>
                  <a:lnTo>
                    <a:pt x="88" y="144"/>
                  </a:lnTo>
                  <a:lnTo>
                    <a:pt x="88" y="125"/>
                  </a:lnTo>
                  <a:close/>
                  <a:moveTo>
                    <a:pt x="163" y="123"/>
                  </a:moveTo>
                  <a:lnTo>
                    <a:pt x="126" y="125"/>
                  </a:lnTo>
                  <a:lnTo>
                    <a:pt x="126" y="144"/>
                  </a:lnTo>
                  <a:lnTo>
                    <a:pt x="163" y="142"/>
                  </a:lnTo>
                  <a:lnTo>
                    <a:pt x="163" y="123"/>
                  </a:lnTo>
                  <a:close/>
                  <a:moveTo>
                    <a:pt x="237" y="121"/>
                  </a:moveTo>
                  <a:lnTo>
                    <a:pt x="201" y="121"/>
                  </a:lnTo>
                  <a:lnTo>
                    <a:pt x="201" y="140"/>
                  </a:lnTo>
                  <a:lnTo>
                    <a:pt x="239" y="140"/>
                  </a:lnTo>
                  <a:lnTo>
                    <a:pt x="237" y="121"/>
                  </a:lnTo>
                  <a:close/>
                  <a:moveTo>
                    <a:pt x="312" y="118"/>
                  </a:moveTo>
                  <a:lnTo>
                    <a:pt x="275" y="118"/>
                  </a:lnTo>
                  <a:lnTo>
                    <a:pt x="277" y="137"/>
                  </a:lnTo>
                  <a:lnTo>
                    <a:pt x="315" y="135"/>
                  </a:lnTo>
                  <a:lnTo>
                    <a:pt x="312" y="118"/>
                  </a:lnTo>
                  <a:close/>
                  <a:moveTo>
                    <a:pt x="388" y="114"/>
                  </a:moveTo>
                  <a:lnTo>
                    <a:pt x="350" y="116"/>
                  </a:lnTo>
                  <a:lnTo>
                    <a:pt x="353" y="135"/>
                  </a:lnTo>
                  <a:lnTo>
                    <a:pt x="390" y="133"/>
                  </a:lnTo>
                  <a:lnTo>
                    <a:pt x="388" y="114"/>
                  </a:lnTo>
                  <a:close/>
                  <a:moveTo>
                    <a:pt x="464" y="111"/>
                  </a:moveTo>
                  <a:lnTo>
                    <a:pt x="426" y="114"/>
                  </a:lnTo>
                  <a:lnTo>
                    <a:pt x="428" y="133"/>
                  </a:lnTo>
                  <a:lnTo>
                    <a:pt x="466" y="130"/>
                  </a:lnTo>
                  <a:lnTo>
                    <a:pt x="464" y="111"/>
                  </a:lnTo>
                  <a:close/>
                  <a:moveTo>
                    <a:pt x="539" y="109"/>
                  </a:moveTo>
                  <a:lnTo>
                    <a:pt x="502" y="109"/>
                  </a:lnTo>
                  <a:lnTo>
                    <a:pt x="504" y="128"/>
                  </a:lnTo>
                  <a:lnTo>
                    <a:pt x="542" y="128"/>
                  </a:lnTo>
                  <a:lnTo>
                    <a:pt x="539" y="109"/>
                  </a:lnTo>
                  <a:close/>
                  <a:moveTo>
                    <a:pt x="615" y="104"/>
                  </a:moveTo>
                  <a:lnTo>
                    <a:pt x="577" y="107"/>
                  </a:lnTo>
                  <a:lnTo>
                    <a:pt x="580" y="125"/>
                  </a:lnTo>
                  <a:lnTo>
                    <a:pt x="617" y="123"/>
                  </a:lnTo>
                  <a:lnTo>
                    <a:pt x="615" y="104"/>
                  </a:lnTo>
                  <a:close/>
                  <a:moveTo>
                    <a:pt x="691" y="102"/>
                  </a:moveTo>
                  <a:lnTo>
                    <a:pt x="653" y="104"/>
                  </a:lnTo>
                  <a:lnTo>
                    <a:pt x="655" y="123"/>
                  </a:lnTo>
                  <a:lnTo>
                    <a:pt x="693" y="121"/>
                  </a:lnTo>
                  <a:lnTo>
                    <a:pt x="691" y="102"/>
                  </a:lnTo>
                  <a:close/>
                  <a:moveTo>
                    <a:pt x="766" y="99"/>
                  </a:moveTo>
                  <a:lnTo>
                    <a:pt x="729" y="99"/>
                  </a:lnTo>
                  <a:lnTo>
                    <a:pt x="731" y="118"/>
                  </a:lnTo>
                  <a:lnTo>
                    <a:pt x="769" y="118"/>
                  </a:lnTo>
                  <a:lnTo>
                    <a:pt x="766" y="99"/>
                  </a:lnTo>
                  <a:close/>
                  <a:moveTo>
                    <a:pt x="842" y="95"/>
                  </a:moveTo>
                  <a:lnTo>
                    <a:pt x="804" y="97"/>
                  </a:lnTo>
                  <a:lnTo>
                    <a:pt x="807" y="116"/>
                  </a:lnTo>
                  <a:lnTo>
                    <a:pt x="844" y="114"/>
                  </a:lnTo>
                  <a:lnTo>
                    <a:pt x="842" y="95"/>
                  </a:lnTo>
                  <a:close/>
                  <a:moveTo>
                    <a:pt x="918" y="92"/>
                  </a:moveTo>
                  <a:lnTo>
                    <a:pt x="880" y="95"/>
                  </a:lnTo>
                  <a:lnTo>
                    <a:pt x="882" y="114"/>
                  </a:lnTo>
                  <a:lnTo>
                    <a:pt x="920" y="111"/>
                  </a:lnTo>
                  <a:lnTo>
                    <a:pt x="918" y="92"/>
                  </a:lnTo>
                  <a:close/>
                  <a:moveTo>
                    <a:pt x="993" y="90"/>
                  </a:moveTo>
                  <a:lnTo>
                    <a:pt x="956" y="90"/>
                  </a:lnTo>
                  <a:lnTo>
                    <a:pt x="958" y="109"/>
                  </a:lnTo>
                  <a:lnTo>
                    <a:pt x="996" y="109"/>
                  </a:lnTo>
                  <a:lnTo>
                    <a:pt x="993" y="90"/>
                  </a:lnTo>
                  <a:close/>
                  <a:moveTo>
                    <a:pt x="1069" y="85"/>
                  </a:moveTo>
                  <a:lnTo>
                    <a:pt x="1031" y="88"/>
                  </a:lnTo>
                  <a:lnTo>
                    <a:pt x="1034" y="107"/>
                  </a:lnTo>
                  <a:lnTo>
                    <a:pt x="1072" y="104"/>
                  </a:lnTo>
                  <a:lnTo>
                    <a:pt x="1069" y="85"/>
                  </a:lnTo>
                  <a:close/>
                  <a:moveTo>
                    <a:pt x="1145" y="83"/>
                  </a:moveTo>
                  <a:lnTo>
                    <a:pt x="1107" y="85"/>
                  </a:lnTo>
                  <a:lnTo>
                    <a:pt x="1109" y="104"/>
                  </a:lnTo>
                  <a:lnTo>
                    <a:pt x="1145" y="102"/>
                  </a:lnTo>
                  <a:lnTo>
                    <a:pt x="1145" y="83"/>
                  </a:lnTo>
                  <a:close/>
                  <a:moveTo>
                    <a:pt x="1220" y="81"/>
                  </a:moveTo>
                  <a:lnTo>
                    <a:pt x="1183" y="81"/>
                  </a:lnTo>
                  <a:lnTo>
                    <a:pt x="1183" y="99"/>
                  </a:lnTo>
                  <a:lnTo>
                    <a:pt x="1220" y="99"/>
                  </a:lnTo>
                  <a:lnTo>
                    <a:pt x="1220" y="81"/>
                  </a:lnTo>
                  <a:close/>
                  <a:moveTo>
                    <a:pt x="1296" y="76"/>
                  </a:moveTo>
                  <a:lnTo>
                    <a:pt x="1258" y="78"/>
                  </a:lnTo>
                  <a:lnTo>
                    <a:pt x="1258" y="97"/>
                  </a:lnTo>
                  <a:lnTo>
                    <a:pt x="1296" y="95"/>
                  </a:lnTo>
                  <a:lnTo>
                    <a:pt x="1296" y="76"/>
                  </a:lnTo>
                  <a:close/>
                  <a:moveTo>
                    <a:pt x="1372" y="73"/>
                  </a:moveTo>
                  <a:lnTo>
                    <a:pt x="1334" y="76"/>
                  </a:lnTo>
                  <a:lnTo>
                    <a:pt x="1334" y="95"/>
                  </a:lnTo>
                  <a:lnTo>
                    <a:pt x="1372" y="92"/>
                  </a:lnTo>
                  <a:lnTo>
                    <a:pt x="1372" y="73"/>
                  </a:lnTo>
                  <a:close/>
                  <a:moveTo>
                    <a:pt x="1448" y="71"/>
                  </a:moveTo>
                  <a:lnTo>
                    <a:pt x="1410" y="71"/>
                  </a:lnTo>
                  <a:lnTo>
                    <a:pt x="1410" y="90"/>
                  </a:lnTo>
                  <a:lnTo>
                    <a:pt x="1448" y="90"/>
                  </a:lnTo>
                  <a:lnTo>
                    <a:pt x="1448" y="71"/>
                  </a:lnTo>
                  <a:close/>
                  <a:moveTo>
                    <a:pt x="1523" y="66"/>
                  </a:moveTo>
                  <a:lnTo>
                    <a:pt x="1485" y="69"/>
                  </a:lnTo>
                  <a:lnTo>
                    <a:pt x="1485" y="88"/>
                  </a:lnTo>
                  <a:lnTo>
                    <a:pt x="1523" y="85"/>
                  </a:lnTo>
                  <a:lnTo>
                    <a:pt x="1523" y="66"/>
                  </a:lnTo>
                  <a:close/>
                  <a:moveTo>
                    <a:pt x="1599" y="64"/>
                  </a:moveTo>
                  <a:lnTo>
                    <a:pt x="1561" y="66"/>
                  </a:lnTo>
                  <a:lnTo>
                    <a:pt x="1561" y="85"/>
                  </a:lnTo>
                  <a:lnTo>
                    <a:pt x="1599" y="83"/>
                  </a:lnTo>
                  <a:lnTo>
                    <a:pt x="1599" y="64"/>
                  </a:lnTo>
                  <a:close/>
                  <a:moveTo>
                    <a:pt x="1675" y="62"/>
                  </a:moveTo>
                  <a:lnTo>
                    <a:pt x="1637" y="62"/>
                  </a:lnTo>
                  <a:lnTo>
                    <a:pt x="1637" y="81"/>
                  </a:lnTo>
                  <a:lnTo>
                    <a:pt x="1675" y="81"/>
                  </a:lnTo>
                  <a:lnTo>
                    <a:pt x="1675" y="62"/>
                  </a:lnTo>
                  <a:close/>
                  <a:moveTo>
                    <a:pt x="1750" y="57"/>
                  </a:moveTo>
                  <a:lnTo>
                    <a:pt x="1712" y="59"/>
                  </a:lnTo>
                  <a:lnTo>
                    <a:pt x="1712" y="78"/>
                  </a:lnTo>
                  <a:lnTo>
                    <a:pt x="1750" y="76"/>
                  </a:lnTo>
                  <a:lnTo>
                    <a:pt x="1750" y="57"/>
                  </a:lnTo>
                  <a:close/>
                  <a:moveTo>
                    <a:pt x="1826" y="55"/>
                  </a:moveTo>
                  <a:lnTo>
                    <a:pt x="1788" y="57"/>
                  </a:lnTo>
                  <a:lnTo>
                    <a:pt x="1788" y="76"/>
                  </a:lnTo>
                  <a:lnTo>
                    <a:pt x="1826" y="73"/>
                  </a:lnTo>
                  <a:lnTo>
                    <a:pt x="1826" y="55"/>
                  </a:lnTo>
                  <a:close/>
                  <a:moveTo>
                    <a:pt x="1902" y="52"/>
                  </a:moveTo>
                  <a:lnTo>
                    <a:pt x="1864" y="52"/>
                  </a:lnTo>
                  <a:lnTo>
                    <a:pt x="1864" y="71"/>
                  </a:lnTo>
                  <a:lnTo>
                    <a:pt x="1902" y="71"/>
                  </a:lnTo>
                  <a:lnTo>
                    <a:pt x="1902" y="52"/>
                  </a:lnTo>
                  <a:close/>
                  <a:moveTo>
                    <a:pt x="1977" y="47"/>
                  </a:moveTo>
                  <a:lnTo>
                    <a:pt x="1939" y="50"/>
                  </a:lnTo>
                  <a:lnTo>
                    <a:pt x="1939" y="69"/>
                  </a:lnTo>
                  <a:lnTo>
                    <a:pt x="1977" y="66"/>
                  </a:lnTo>
                  <a:lnTo>
                    <a:pt x="1977" y="47"/>
                  </a:lnTo>
                  <a:close/>
                  <a:moveTo>
                    <a:pt x="2053" y="45"/>
                  </a:moveTo>
                  <a:lnTo>
                    <a:pt x="2015" y="47"/>
                  </a:lnTo>
                  <a:lnTo>
                    <a:pt x="2015" y="66"/>
                  </a:lnTo>
                  <a:lnTo>
                    <a:pt x="2053" y="64"/>
                  </a:lnTo>
                  <a:lnTo>
                    <a:pt x="2053" y="45"/>
                  </a:lnTo>
                  <a:close/>
                  <a:moveTo>
                    <a:pt x="2129" y="43"/>
                  </a:moveTo>
                  <a:lnTo>
                    <a:pt x="2091" y="43"/>
                  </a:lnTo>
                  <a:lnTo>
                    <a:pt x="2091" y="62"/>
                  </a:lnTo>
                  <a:lnTo>
                    <a:pt x="2129" y="62"/>
                  </a:lnTo>
                  <a:lnTo>
                    <a:pt x="2129" y="43"/>
                  </a:lnTo>
                  <a:close/>
                  <a:moveTo>
                    <a:pt x="2204" y="38"/>
                  </a:moveTo>
                  <a:lnTo>
                    <a:pt x="2166" y="40"/>
                  </a:lnTo>
                  <a:lnTo>
                    <a:pt x="2166" y="59"/>
                  </a:lnTo>
                  <a:lnTo>
                    <a:pt x="2204" y="57"/>
                  </a:lnTo>
                  <a:lnTo>
                    <a:pt x="2204" y="38"/>
                  </a:lnTo>
                  <a:close/>
                  <a:moveTo>
                    <a:pt x="2280" y="36"/>
                  </a:moveTo>
                  <a:lnTo>
                    <a:pt x="2242" y="38"/>
                  </a:lnTo>
                  <a:lnTo>
                    <a:pt x="2242" y="57"/>
                  </a:lnTo>
                  <a:lnTo>
                    <a:pt x="2280" y="55"/>
                  </a:lnTo>
                  <a:lnTo>
                    <a:pt x="2280" y="36"/>
                  </a:lnTo>
                  <a:close/>
                  <a:moveTo>
                    <a:pt x="2356" y="33"/>
                  </a:moveTo>
                  <a:lnTo>
                    <a:pt x="2318" y="33"/>
                  </a:lnTo>
                  <a:lnTo>
                    <a:pt x="2318" y="52"/>
                  </a:lnTo>
                  <a:lnTo>
                    <a:pt x="2356" y="52"/>
                  </a:lnTo>
                  <a:lnTo>
                    <a:pt x="2356" y="33"/>
                  </a:lnTo>
                  <a:close/>
                  <a:moveTo>
                    <a:pt x="2431" y="29"/>
                  </a:moveTo>
                  <a:lnTo>
                    <a:pt x="2393" y="31"/>
                  </a:lnTo>
                  <a:lnTo>
                    <a:pt x="2393" y="50"/>
                  </a:lnTo>
                  <a:lnTo>
                    <a:pt x="2431" y="47"/>
                  </a:lnTo>
                  <a:lnTo>
                    <a:pt x="2431" y="29"/>
                  </a:lnTo>
                  <a:close/>
                  <a:moveTo>
                    <a:pt x="2507" y="26"/>
                  </a:moveTo>
                  <a:lnTo>
                    <a:pt x="2469" y="29"/>
                  </a:lnTo>
                  <a:lnTo>
                    <a:pt x="2469" y="47"/>
                  </a:lnTo>
                  <a:lnTo>
                    <a:pt x="2507" y="45"/>
                  </a:lnTo>
                  <a:lnTo>
                    <a:pt x="2507" y="26"/>
                  </a:lnTo>
                  <a:close/>
                  <a:moveTo>
                    <a:pt x="2583" y="24"/>
                  </a:moveTo>
                  <a:lnTo>
                    <a:pt x="2545" y="24"/>
                  </a:lnTo>
                  <a:lnTo>
                    <a:pt x="2545" y="43"/>
                  </a:lnTo>
                  <a:lnTo>
                    <a:pt x="2583" y="43"/>
                  </a:lnTo>
                  <a:lnTo>
                    <a:pt x="2583" y="24"/>
                  </a:lnTo>
                  <a:close/>
                  <a:moveTo>
                    <a:pt x="2658" y="19"/>
                  </a:moveTo>
                  <a:lnTo>
                    <a:pt x="2620" y="21"/>
                  </a:lnTo>
                  <a:lnTo>
                    <a:pt x="2620" y="40"/>
                  </a:lnTo>
                  <a:lnTo>
                    <a:pt x="2658" y="38"/>
                  </a:lnTo>
                  <a:lnTo>
                    <a:pt x="2658" y="19"/>
                  </a:lnTo>
                  <a:close/>
                  <a:moveTo>
                    <a:pt x="2734" y="17"/>
                  </a:moveTo>
                  <a:lnTo>
                    <a:pt x="2696" y="19"/>
                  </a:lnTo>
                  <a:lnTo>
                    <a:pt x="2696" y="38"/>
                  </a:lnTo>
                  <a:lnTo>
                    <a:pt x="2734" y="36"/>
                  </a:lnTo>
                  <a:lnTo>
                    <a:pt x="2734" y="17"/>
                  </a:lnTo>
                  <a:close/>
                  <a:moveTo>
                    <a:pt x="2810" y="14"/>
                  </a:moveTo>
                  <a:lnTo>
                    <a:pt x="2772" y="14"/>
                  </a:lnTo>
                  <a:lnTo>
                    <a:pt x="2772" y="33"/>
                  </a:lnTo>
                  <a:lnTo>
                    <a:pt x="2810" y="33"/>
                  </a:lnTo>
                  <a:lnTo>
                    <a:pt x="2810" y="14"/>
                  </a:lnTo>
                  <a:close/>
                  <a:moveTo>
                    <a:pt x="2885" y="10"/>
                  </a:moveTo>
                  <a:lnTo>
                    <a:pt x="2847" y="12"/>
                  </a:lnTo>
                  <a:lnTo>
                    <a:pt x="2847" y="31"/>
                  </a:lnTo>
                  <a:lnTo>
                    <a:pt x="2885" y="29"/>
                  </a:lnTo>
                  <a:lnTo>
                    <a:pt x="2885" y="10"/>
                  </a:lnTo>
                  <a:close/>
                  <a:moveTo>
                    <a:pt x="2961" y="7"/>
                  </a:moveTo>
                  <a:lnTo>
                    <a:pt x="2923" y="10"/>
                  </a:lnTo>
                  <a:lnTo>
                    <a:pt x="2923" y="29"/>
                  </a:lnTo>
                  <a:lnTo>
                    <a:pt x="2961" y="26"/>
                  </a:lnTo>
                  <a:lnTo>
                    <a:pt x="2961" y="7"/>
                  </a:lnTo>
                  <a:close/>
                  <a:moveTo>
                    <a:pt x="3034" y="5"/>
                  </a:moveTo>
                  <a:lnTo>
                    <a:pt x="2996" y="5"/>
                  </a:lnTo>
                  <a:lnTo>
                    <a:pt x="2999" y="24"/>
                  </a:lnTo>
                  <a:lnTo>
                    <a:pt x="3037" y="24"/>
                  </a:lnTo>
                  <a:lnTo>
                    <a:pt x="3034" y="5"/>
                  </a:lnTo>
                  <a:close/>
                  <a:moveTo>
                    <a:pt x="3110" y="0"/>
                  </a:moveTo>
                  <a:lnTo>
                    <a:pt x="3072" y="2"/>
                  </a:lnTo>
                  <a:lnTo>
                    <a:pt x="3074" y="21"/>
                  </a:lnTo>
                  <a:lnTo>
                    <a:pt x="3112" y="19"/>
                  </a:lnTo>
                  <a:lnTo>
                    <a:pt x="3110" y="0"/>
                  </a:lnTo>
                  <a:close/>
                </a:path>
              </a:pathLst>
            </a:custGeom>
            <a:solidFill>
              <a:srgbClr val="EFEF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72" tIns="34287" rIns="68572" bIns="34287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GB" sz="675"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4" name="Freeform 10"/>
            <p:cNvSpPr>
              <a:spLocks noEditPoints="1"/>
            </p:cNvSpPr>
            <p:nvPr/>
          </p:nvSpPr>
          <p:spPr bwMode="auto">
            <a:xfrm>
              <a:off x="6082670" y="3312072"/>
              <a:ext cx="2304686" cy="110346"/>
            </a:xfrm>
            <a:custGeom>
              <a:avLst/>
              <a:gdLst>
                <a:gd name="T0" fmla="*/ 12 w 3112"/>
                <a:gd name="T1" fmla="*/ 149 h 149"/>
                <a:gd name="T2" fmla="*/ 50 w 3112"/>
                <a:gd name="T3" fmla="*/ 147 h 149"/>
                <a:gd name="T4" fmla="*/ 126 w 3112"/>
                <a:gd name="T5" fmla="*/ 125 h 149"/>
                <a:gd name="T6" fmla="*/ 237 w 3112"/>
                <a:gd name="T7" fmla="*/ 121 h 149"/>
                <a:gd name="T8" fmla="*/ 237 w 3112"/>
                <a:gd name="T9" fmla="*/ 121 h 149"/>
                <a:gd name="T10" fmla="*/ 315 w 3112"/>
                <a:gd name="T11" fmla="*/ 135 h 149"/>
                <a:gd name="T12" fmla="*/ 353 w 3112"/>
                <a:gd name="T13" fmla="*/ 135 h 149"/>
                <a:gd name="T14" fmla="*/ 426 w 3112"/>
                <a:gd name="T15" fmla="*/ 114 h 149"/>
                <a:gd name="T16" fmla="*/ 539 w 3112"/>
                <a:gd name="T17" fmla="*/ 109 h 149"/>
                <a:gd name="T18" fmla="*/ 539 w 3112"/>
                <a:gd name="T19" fmla="*/ 109 h 149"/>
                <a:gd name="T20" fmla="*/ 617 w 3112"/>
                <a:gd name="T21" fmla="*/ 123 h 149"/>
                <a:gd name="T22" fmla="*/ 655 w 3112"/>
                <a:gd name="T23" fmla="*/ 123 h 149"/>
                <a:gd name="T24" fmla="*/ 729 w 3112"/>
                <a:gd name="T25" fmla="*/ 99 h 149"/>
                <a:gd name="T26" fmla="*/ 842 w 3112"/>
                <a:gd name="T27" fmla="*/ 95 h 149"/>
                <a:gd name="T28" fmla="*/ 842 w 3112"/>
                <a:gd name="T29" fmla="*/ 95 h 149"/>
                <a:gd name="T30" fmla="*/ 920 w 3112"/>
                <a:gd name="T31" fmla="*/ 111 h 149"/>
                <a:gd name="T32" fmla="*/ 958 w 3112"/>
                <a:gd name="T33" fmla="*/ 109 h 149"/>
                <a:gd name="T34" fmla="*/ 1031 w 3112"/>
                <a:gd name="T35" fmla="*/ 88 h 149"/>
                <a:gd name="T36" fmla="*/ 1145 w 3112"/>
                <a:gd name="T37" fmla="*/ 83 h 149"/>
                <a:gd name="T38" fmla="*/ 1145 w 3112"/>
                <a:gd name="T39" fmla="*/ 83 h 149"/>
                <a:gd name="T40" fmla="*/ 1220 w 3112"/>
                <a:gd name="T41" fmla="*/ 99 h 149"/>
                <a:gd name="T42" fmla="*/ 1258 w 3112"/>
                <a:gd name="T43" fmla="*/ 97 h 149"/>
                <a:gd name="T44" fmla="*/ 1334 w 3112"/>
                <a:gd name="T45" fmla="*/ 76 h 149"/>
                <a:gd name="T46" fmla="*/ 1448 w 3112"/>
                <a:gd name="T47" fmla="*/ 71 h 149"/>
                <a:gd name="T48" fmla="*/ 1448 w 3112"/>
                <a:gd name="T49" fmla="*/ 71 h 149"/>
                <a:gd name="T50" fmla="*/ 1523 w 3112"/>
                <a:gd name="T51" fmla="*/ 85 h 149"/>
                <a:gd name="T52" fmla="*/ 1561 w 3112"/>
                <a:gd name="T53" fmla="*/ 85 h 149"/>
                <a:gd name="T54" fmla="*/ 1637 w 3112"/>
                <a:gd name="T55" fmla="*/ 62 h 149"/>
                <a:gd name="T56" fmla="*/ 1750 w 3112"/>
                <a:gd name="T57" fmla="*/ 57 h 149"/>
                <a:gd name="T58" fmla="*/ 1750 w 3112"/>
                <a:gd name="T59" fmla="*/ 57 h 149"/>
                <a:gd name="T60" fmla="*/ 1826 w 3112"/>
                <a:gd name="T61" fmla="*/ 73 h 149"/>
                <a:gd name="T62" fmla="*/ 1864 w 3112"/>
                <a:gd name="T63" fmla="*/ 71 h 149"/>
                <a:gd name="T64" fmla="*/ 1939 w 3112"/>
                <a:gd name="T65" fmla="*/ 50 h 149"/>
                <a:gd name="T66" fmla="*/ 2053 w 3112"/>
                <a:gd name="T67" fmla="*/ 45 h 149"/>
                <a:gd name="T68" fmla="*/ 2053 w 3112"/>
                <a:gd name="T69" fmla="*/ 45 h 149"/>
                <a:gd name="T70" fmla="*/ 2129 w 3112"/>
                <a:gd name="T71" fmla="*/ 62 h 149"/>
                <a:gd name="T72" fmla="*/ 2166 w 3112"/>
                <a:gd name="T73" fmla="*/ 59 h 149"/>
                <a:gd name="T74" fmla="*/ 2242 w 3112"/>
                <a:gd name="T75" fmla="*/ 38 h 149"/>
                <a:gd name="T76" fmla="*/ 2356 w 3112"/>
                <a:gd name="T77" fmla="*/ 33 h 149"/>
                <a:gd name="T78" fmla="*/ 2356 w 3112"/>
                <a:gd name="T79" fmla="*/ 33 h 149"/>
                <a:gd name="T80" fmla="*/ 2431 w 3112"/>
                <a:gd name="T81" fmla="*/ 47 h 149"/>
                <a:gd name="T82" fmla="*/ 2469 w 3112"/>
                <a:gd name="T83" fmla="*/ 47 h 149"/>
                <a:gd name="T84" fmla="*/ 2545 w 3112"/>
                <a:gd name="T85" fmla="*/ 24 h 149"/>
                <a:gd name="T86" fmla="*/ 2658 w 3112"/>
                <a:gd name="T87" fmla="*/ 19 h 149"/>
                <a:gd name="T88" fmla="*/ 2658 w 3112"/>
                <a:gd name="T89" fmla="*/ 19 h 149"/>
                <a:gd name="T90" fmla="*/ 2734 w 3112"/>
                <a:gd name="T91" fmla="*/ 36 h 149"/>
                <a:gd name="T92" fmla="*/ 2772 w 3112"/>
                <a:gd name="T93" fmla="*/ 33 h 149"/>
                <a:gd name="T94" fmla="*/ 2847 w 3112"/>
                <a:gd name="T95" fmla="*/ 12 h 149"/>
                <a:gd name="T96" fmla="*/ 2961 w 3112"/>
                <a:gd name="T97" fmla="*/ 7 h 149"/>
                <a:gd name="T98" fmla="*/ 2961 w 3112"/>
                <a:gd name="T99" fmla="*/ 7 h 149"/>
                <a:gd name="T100" fmla="*/ 3037 w 3112"/>
                <a:gd name="T101" fmla="*/ 24 h 149"/>
                <a:gd name="T102" fmla="*/ 3074 w 3112"/>
                <a:gd name="T103" fmla="*/ 21 h 1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112" h="149">
                  <a:moveTo>
                    <a:pt x="12" y="130"/>
                  </a:moveTo>
                  <a:lnTo>
                    <a:pt x="0" y="130"/>
                  </a:lnTo>
                  <a:lnTo>
                    <a:pt x="0" y="149"/>
                  </a:lnTo>
                  <a:lnTo>
                    <a:pt x="12" y="149"/>
                  </a:lnTo>
                  <a:lnTo>
                    <a:pt x="12" y="130"/>
                  </a:lnTo>
                  <a:moveTo>
                    <a:pt x="88" y="125"/>
                  </a:moveTo>
                  <a:lnTo>
                    <a:pt x="50" y="128"/>
                  </a:lnTo>
                  <a:lnTo>
                    <a:pt x="50" y="147"/>
                  </a:lnTo>
                  <a:lnTo>
                    <a:pt x="88" y="144"/>
                  </a:lnTo>
                  <a:lnTo>
                    <a:pt x="88" y="125"/>
                  </a:lnTo>
                  <a:moveTo>
                    <a:pt x="163" y="123"/>
                  </a:moveTo>
                  <a:lnTo>
                    <a:pt x="126" y="125"/>
                  </a:lnTo>
                  <a:lnTo>
                    <a:pt x="126" y="144"/>
                  </a:lnTo>
                  <a:lnTo>
                    <a:pt x="163" y="142"/>
                  </a:lnTo>
                  <a:lnTo>
                    <a:pt x="163" y="123"/>
                  </a:lnTo>
                  <a:moveTo>
                    <a:pt x="237" y="121"/>
                  </a:moveTo>
                  <a:lnTo>
                    <a:pt x="201" y="121"/>
                  </a:lnTo>
                  <a:lnTo>
                    <a:pt x="201" y="140"/>
                  </a:lnTo>
                  <a:lnTo>
                    <a:pt x="239" y="140"/>
                  </a:lnTo>
                  <a:lnTo>
                    <a:pt x="237" y="121"/>
                  </a:lnTo>
                  <a:moveTo>
                    <a:pt x="312" y="118"/>
                  </a:moveTo>
                  <a:lnTo>
                    <a:pt x="275" y="118"/>
                  </a:lnTo>
                  <a:lnTo>
                    <a:pt x="277" y="137"/>
                  </a:lnTo>
                  <a:lnTo>
                    <a:pt x="315" y="135"/>
                  </a:lnTo>
                  <a:lnTo>
                    <a:pt x="312" y="118"/>
                  </a:lnTo>
                  <a:moveTo>
                    <a:pt x="388" y="114"/>
                  </a:moveTo>
                  <a:lnTo>
                    <a:pt x="350" y="116"/>
                  </a:lnTo>
                  <a:lnTo>
                    <a:pt x="353" y="135"/>
                  </a:lnTo>
                  <a:lnTo>
                    <a:pt x="390" y="133"/>
                  </a:lnTo>
                  <a:lnTo>
                    <a:pt x="388" y="114"/>
                  </a:lnTo>
                  <a:moveTo>
                    <a:pt x="464" y="111"/>
                  </a:moveTo>
                  <a:lnTo>
                    <a:pt x="426" y="114"/>
                  </a:lnTo>
                  <a:lnTo>
                    <a:pt x="428" y="133"/>
                  </a:lnTo>
                  <a:lnTo>
                    <a:pt x="466" y="130"/>
                  </a:lnTo>
                  <a:lnTo>
                    <a:pt x="464" y="111"/>
                  </a:lnTo>
                  <a:moveTo>
                    <a:pt x="539" y="109"/>
                  </a:moveTo>
                  <a:lnTo>
                    <a:pt x="502" y="109"/>
                  </a:lnTo>
                  <a:lnTo>
                    <a:pt x="504" y="128"/>
                  </a:lnTo>
                  <a:lnTo>
                    <a:pt x="542" y="128"/>
                  </a:lnTo>
                  <a:lnTo>
                    <a:pt x="539" y="109"/>
                  </a:lnTo>
                  <a:moveTo>
                    <a:pt x="615" y="104"/>
                  </a:moveTo>
                  <a:lnTo>
                    <a:pt x="577" y="107"/>
                  </a:lnTo>
                  <a:lnTo>
                    <a:pt x="580" y="125"/>
                  </a:lnTo>
                  <a:lnTo>
                    <a:pt x="617" y="123"/>
                  </a:lnTo>
                  <a:lnTo>
                    <a:pt x="615" y="104"/>
                  </a:lnTo>
                  <a:moveTo>
                    <a:pt x="691" y="102"/>
                  </a:moveTo>
                  <a:lnTo>
                    <a:pt x="653" y="104"/>
                  </a:lnTo>
                  <a:lnTo>
                    <a:pt x="655" y="123"/>
                  </a:lnTo>
                  <a:lnTo>
                    <a:pt x="693" y="121"/>
                  </a:lnTo>
                  <a:lnTo>
                    <a:pt x="691" y="102"/>
                  </a:lnTo>
                  <a:moveTo>
                    <a:pt x="766" y="99"/>
                  </a:moveTo>
                  <a:lnTo>
                    <a:pt x="729" y="99"/>
                  </a:lnTo>
                  <a:lnTo>
                    <a:pt x="731" y="118"/>
                  </a:lnTo>
                  <a:lnTo>
                    <a:pt x="769" y="118"/>
                  </a:lnTo>
                  <a:lnTo>
                    <a:pt x="766" y="99"/>
                  </a:lnTo>
                  <a:moveTo>
                    <a:pt x="842" y="95"/>
                  </a:moveTo>
                  <a:lnTo>
                    <a:pt x="804" y="97"/>
                  </a:lnTo>
                  <a:lnTo>
                    <a:pt x="807" y="116"/>
                  </a:lnTo>
                  <a:lnTo>
                    <a:pt x="844" y="114"/>
                  </a:lnTo>
                  <a:lnTo>
                    <a:pt x="842" y="95"/>
                  </a:lnTo>
                  <a:moveTo>
                    <a:pt x="918" y="92"/>
                  </a:moveTo>
                  <a:lnTo>
                    <a:pt x="880" y="95"/>
                  </a:lnTo>
                  <a:lnTo>
                    <a:pt x="882" y="114"/>
                  </a:lnTo>
                  <a:lnTo>
                    <a:pt x="920" y="111"/>
                  </a:lnTo>
                  <a:lnTo>
                    <a:pt x="918" y="92"/>
                  </a:lnTo>
                  <a:moveTo>
                    <a:pt x="993" y="90"/>
                  </a:moveTo>
                  <a:lnTo>
                    <a:pt x="956" y="90"/>
                  </a:lnTo>
                  <a:lnTo>
                    <a:pt x="958" y="109"/>
                  </a:lnTo>
                  <a:lnTo>
                    <a:pt x="996" y="109"/>
                  </a:lnTo>
                  <a:lnTo>
                    <a:pt x="993" y="90"/>
                  </a:lnTo>
                  <a:moveTo>
                    <a:pt x="1069" y="85"/>
                  </a:moveTo>
                  <a:lnTo>
                    <a:pt x="1031" y="88"/>
                  </a:lnTo>
                  <a:lnTo>
                    <a:pt x="1034" y="107"/>
                  </a:lnTo>
                  <a:lnTo>
                    <a:pt x="1072" y="104"/>
                  </a:lnTo>
                  <a:lnTo>
                    <a:pt x="1069" y="85"/>
                  </a:lnTo>
                  <a:moveTo>
                    <a:pt x="1145" y="83"/>
                  </a:moveTo>
                  <a:lnTo>
                    <a:pt x="1107" y="85"/>
                  </a:lnTo>
                  <a:lnTo>
                    <a:pt x="1109" y="104"/>
                  </a:lnTo>
                  <a:lnTo>
                    <a:pt x="1145" y="102"/>
                  </a:lnTo>
                  <a:lnTo>
                    <a:pt x="1145" y="83"/>
                  </a:lnTo>
                  <a:moveTo>
                    <a:pt x="1220" y="81"/>
                  </a:moveTo>
                  <a:lnTo>
                    <a:pt x="1183" y="81"/>
                  </a:lnTo>
                  <a:lnTo>
                    <a:pt x="1183" y="99"/>
                  </a:lnTo>
                  <a:lnTo>
                    <a:pt x="1220" y="99"/>
                  </a:lnTo>
                  <a:lnTo>
                    <a:pt x="1220" y="81"/>
                  </a:lnTo>
                  <a:moveTo>
                    <a:pt x="1296" y="76"/>
                  </a:moveTo>
                  <a:lnTo>
                    <a:pt x="1258" y="78"/>
                  </a:lnTo>
                  <a:lnTo>
                    <a:pt x="1258" y="97"/>
                  </a:lnTo>
                  <a:lnTo>
                    <a:pt x="1296" y="95"/>
                  </a:lnTo>
                  <a:lnTo>
                    <a:pt x="1296" y="76"/>
                  </a:lnTo>
                  <a:moveTo>
                    <a:pt x="1372" y="73"/>
                  </a:moveTo>
                  <a:lnTo>
                    <a:pt x="1334" y="76"/>
                  </a:lnTo>
                  <a:lnTo>
                    <a:pt x="1334" y="95"/>
                  </a:lnTo>
                  <a:lnTo>
                    <a:pt x="1372" y="92"/>
                  </a:lnTo>
                  <a:lnTo>
                    <a:pt x="1372" y="73"/>
                  </a:lnTo>
                  <a:moveTo>
                    <a:pt x="1448" y="71"/>
                  </a:moveTo>
                  <a:lnTo>
                    <a:pt x="1410" y="71"/>
                  </a:lnTo>
                  <a:lnTo>
                    <a:pt x="1410" y="90"/>
                  </a:lnTo>
                  <a:lnTo>
                    <a:pt x="1448" y="90"/>
                  </a:lnTo>
                  <a:lnTo>
                    <a:pt x="1448" y="71"/>
                  </a:lnTo>
                  <a:moveTo>
                    <a:pt x="1523" y="66"/>
                  </a:moveTo>
                  <a:lnTo>
                    <a:pt x="1485" y="69"/>
                  </a:lnTo>
                  <a:lnTo>
                    <a:pt x="1485" y="88"/>
                  </a:lnTo>
                  <a:lnTo>
                    <a:pt x="1523" y="85"/>
                  </a:lnTo>
                  <a:lnTo>
                    <a:pt x="1523" y="66"/>
                  </a:lnTo>
                  <a:moveTo>
                    <a:pt x="1599" y="64"/>
                  </a:moveTo>
                  <a:lnTo>
                    <a:pt x="1561" y="66"/>
                  </a:lnTo>
                  <a:lnTo>
                    <a:pt x="1561" y="85"/>
                  </a:lnTo>
                  <a:lnTo>
                    <a:pt x="1599" y="83"/>
                  </a:lnTo>
                  <a:lnTo>
                    <a:pt x="1599" y="64"/>
                  </a:lnTo>
                  <a:moveTo>
                    <a:pt x="1675" y="62"/>
                  </a:moveTo>
                  <a:lnTo>
                    <a:pt x="1637" y="62"/>
                  </a:lnTo>
                  <a:lnTo>
                    <a:pt x="1637" y="81"/>
                  </a:lnTo>
                  <a:lnTo>
                    <a:pt x="1675" y="81"/>
                  </a:lnTo>
                  <a:lnTo>
                    <a:pt x="1675" y="62"/>
                  </a:lnTo>
                  <a:moveTo>
                    <a:pt x="1750" y="57"/>
                  </a:moveTo>
                  <a:lnTo>
                    <a:pt x="1712" y="59"/>
                  </a:lnTo>
                  <a:lnTo>
                    <a:pt x="1712" y="78"/>
                  </a:lnTo>
                  <a:lnTo>
                    <a:pt x="1750" y="76"/>
                  </a:lnTo>
                  <a:lnTo>
                    <a:pt x="1750" y="57"/>
                  </a:lnTo>
                  <a:moveTo>
                    <a:pt x="1826" y="55"/>
                  </a:moveTo>
                  <a:lnTo>
                    <a:pt x="1788" y="57"/>
                  </a:lnTo>
                  <a:lnTo>
                    <a:pt x="1788" y="76"/>
                  </a:lnTo>
                  <a:lnTo>
                    <a:pt x="1826" y="73"/>
                  </a:lnTo>
                  <a:lnTo>
                    <a:pt x="1826" y="55"/>
                  </a:lnTo>
                  <a:moveTo>
                    <a:pt x="1902" y="52"/>
                  </a:moveTo>
                  <a:lnTo>
                    <a:pt x="1864" y="52"/>
                  </a:lnTo>
                  <a:lnTo>
                    <a:pt x="1864" y="71"/>
                  </a:lnTo>
                  <a:lnTo>
                    <a:pt x="1902" y="71"/>
                  </a:lnTo>
                  <a:lnTo>
                    <a:pt x="1902" y="52"/>
                  </a:lnTo>
                  <a:moveTo>
                    <a:pt x="1977" y="47"/>
                  </a:moveTo>
                  <a:lnTo>
                    <a:pt x="1939" y="50"/>
                  </a:lnTo>
                  <a:lnTo>
                    <a:pt x="1939" y="69"/>
                  </a:lnTo>
                  <a:lnTo>
                    <a:pt x="1977" y="66"/>
                  </a:lnTo>
                  <a:lnTo>
                    <a:pt x="1977" y="47"/>
                  </a:lnTo>
                  <a:moveTo>
                    <a:pt x="2053" y="45"/>
                  </a:moveTo>
                  <a:lnTo>
                    <a:pt x="2015" y="47"/>
                  </a:lnTo>
                  <a:lnTo>
                    <a:pt x="2015" y="66"/>
                  </a:lnTo>
                  <a:lnTo>
                    <a:pt x="2053" y="64"/>
                  </a:lnTo>
                  <a:lnTo>
                    <a:pt x="2053" y="45"/>
                  </a:lnTo>
                  <a:moveTo>
                    <a:pt x="2129" y="43"/>
                  </a:moveTo>
                  <a:lnTo>
                    <a:pt x="2091" y="43"/>
                  </a:lnTo>
                  <a:lnTo>
                    <a:pt x="2091" y="62"/>
                  </a:lnTo>
                  <a:lnTo>
                    <a:pt x="2129" y="62"/>
                  </a:lnTo>
                  <a:lnTo>
                    <a:pt x="2129" y="43"/>
                  </a:lnTo>
                  <a:moveTo>
                    <a:pt x="2204" y="38"/>
                  </a:moveTo>
                  <a:lnTo>
                    <a:pt x="2166" y="40"/>
                  </a:lnTo>
                  <a:lnTo>
                    <a:pt x="2166" y="59"/>
                  </a:lnTo>
                  <a:lnTo>
                    <a:pt x="2204" y="57"/>
                  </a:lnTo>
                  <a:lnTo>
                    <a:pt x="2204" y="38"/>
                  </a:lnTo>
                  <a:moveTo>
                    <a:pt x="2280" y="36"/>
                  </a:moveTo>
                  <a:lnTo>
                    <a:pt x="2242" y="38"/>
                  </a:lnTo>
                  <a:lnTo>
                    <a:pt x="2242" y="57"/>
                  </a:lnTo>
                  <a:lnTo>
                    <a:pt x="2280" y="55"/>
                  </a:lnTo>
                  <a:lnTo>
                    <a:pt x="2280" y="36"/>
                  </a:lnTo>
                  <a:moveTo>
                    <a:pt x="2356" y="33"/>
                  </a:moveTo>
                  <a:lnTo>
                    <a:pt x="2318" y="33"/>
                  </a:lnTo>
                  <a:lnTo>
                    <a:pt x="2318" y="52"/>
                  </a:lnTo>
                  <a:lnTo>
                    <a:pt x="2356" y="52"/>
                  </a:lnTo>
                  <a:lnTo>
                    <a:pt x="2356" y="33"/>
                  </a:lnTo>
                  <a:moveTo>
                    <a:pt x="2431" y="29"/>
                  </a:moveTo>
                  <a:lnTo>
                    <a:pt x="2393" y="31"/>
                  </a:lnTo>
                  <a:lnTo>
                    <a:pt x="2393" y="50"/>
                  </a:lnTo>
                  <a:lnTo>
                    <a:pt x="2431" y="47"/>
                  </a:lnTo>
                  <a:lnTo>
                    <a:pt x="2431" y="29"/>
                  </a:lnTo>
                  <a:moveTo>
                    <a:pt x="2507" y="26"/>
                  </a:moveTo>
                  <a:lnTo>
                    <a:pt x="2469" y="29"/>
                  </a:lnTo>
                  <a:lnTo>
                    <a:pt x="2469" y="47"/>
                  </a:lnTo>
                  <a:lnTo>
                    <a:pt x="2507" y="45"/>
                  </a:lnTo>
                  <a:lnTo>
                    <a:pt x="2507" y="26"/>
                  </a:lnTo>
                  <a:moveTo>
                    <a:pt x="2583" y="24"/>
                  </a:moveTo>
                  <a:lnTo>
                    <a:pt x="2545" y="24"/>
                  </a:lnTo>
                  <a:lnTo>
                    <a:pt x="2545" y="43"/>
                  </a:lnTo>
                  <a:lnTo>
                    <a:pt x="2583" y="43"/>
                  </a:lnTo>
                  <a:lnTo>
                    <a:pt x="2583" y="24"/>
                  </a:lnTo>
                  <a:moveTo>
                    <a:pt x="2658" y="19"/>
                  </a:moveTo>
                  <a:lnTo>
                    <a:pt x="2620" y="21"/>
                  </a:lnTo>
                  <a:lnTo>
                    <a:pt x="2620" y="40"/>
                  </a:lnTo>
                  <a:lnTo>
                    <a:pt x="2658" y="38"/>
                  </a:lnTo>
                  <a:lnTo>
                    <a:pt x="2658" y="19"/>
                  </a:lnTo>
                  <a:moveTo>
                    <a:pt x="2734" y="17"/>
                  </a:moveTo>
                  <a:lnTo>
                    <a:pt x="2696" y="19"/>
                  </a:lnTo>
                  <a:lnTo>
                    <a:pt x="2696" y="38"/>
                  </a:lnTo>
                  <a:lnTo>
                    <a:pt x="2734" y="36"/>
                  </a:lnTo>
                  <a:lnTo>
                    <a:pt x="2734" y="17"/>
                  </a:lnTo>
                  <a:moveTo>
                    <a:pt x="2810" y="14"/>
                  </a:moveTo>
                  <a:lnTo>
                    <a:pt x="2772" y="14"/>
                  </a:lnTo>
                  <a:lnTo>
                    <a:pt x="2772" y="33"/>
                  </a:lnTo>
                  <a:lnTo>
                    <a:pt x="2810" y="33"/>
                  </a:lnTo>
                  <a:lnTo>
                    <a:pt x="2810" y="14"/>
                  </a:lnTo>
                  <a:moveTo>
                    <a:pt x="2885" y="10"/>
                  </a:moveTo>
                  <a:lnTo>
                    <a:pt x="2847" y="12"/>
                  </a:lnTo>
                  <a:lnTo>
                    <a:pt x="2847" y="31"/>
                  </a:lnTo>
                  <a:lnTo>
                    <a:pt x="2885" y="29"/>
                  </a:lnTo>
                  <a:lnTo>
                    <a:pt x="2885" y="10"/>
                  </a:lnTo>
                  <a:moveTo>
                    <a:pt x="2961" y="7"/>
                  </a:moveTo>
                  <a:lnTo>
                    <a:pt x="2923" y="10"/>
                  </a:lnTo>
                  <a:lnTo>
                    <a:pt x="2923" y="29"/>
                  </a:lnTo>
                  <a:lnTo>
                    <a:pt x="2961" y="26"/>
                  </a:lnTo>
                  <a:lnTo>
                    <a:pt x="2961" y="7"/>
                  </a:lnTo>
                  <a:moveTo>
                    <a:pt x="3034" y="5"/>
                  </a:moveTo>
                  <a:lnTo>
                    <a:pt x="2996" y="5"/>
                  </a:lnTo>
                  <a:lnTo>
                    <a:pt x="2999" y="24"/>
                  </a:lnTo>
                  <a:lnTo>
                    <a:pt x="3037" y="24"/>
                  </a:lnTo>
                  <a:lnTo>
                    <a:pt x="3034" y="5"/>
                  </a:lnTo>
                  <a:moveTo>
                    <a:pt x="3110" y="0"/>
                  </a:moveTo>
                  <a:lnTo>
                    <a:pt x="3072" y="2"/>
                  </a:lnTo>
                  <a:lnTo>
                    <a:pt x="3074" y="21"/>
                  </a:lnTo>
                  <a:lnTo>
                    <a:pt x="3112" y="19"/>
                  </a:lnTo>
                  <a:lnTo>
                    <a:pt x="3110" y="0"/>
                  </a:lnTo>
                </a:path>
              </a:pathLst>
            </a:cu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68572" tIns="34287" rIns="68572" bIns="34287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GB" sz="675"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5" name="Freeform 11"/>
            <p:cNvSpPr>
              <a:spLocks noEditPoints="1"/>
            </p:cNvSpPr>
            <p:nvPr/>
          </p:nvSpPr>
          <p:spPr bwMode="auto">
            <a:xfrm>
              <a:off x="5154722" y="1986433"/>
              <a:ext cx="1933656" cy="1441169"/>
            </a:xfrm>
            <a:custGeom>
              <a:avLst/>
              <a:gdLst>
                <a:gd name="T0" fmla="*/ 31 w 2611"/>
                <a:gd name="T1" fmla="*/ 21 h 1946"/>
                <a:gd name="T2" fmla="*/ 71 w 2611"/>
                <a:gd name="T3" fmla="*/ 85 h 1946"/>
                <a:gd name="T4" fmla="*/ 111 w 2611"/>
                <a:gd name="T5" fmla="*/ 149 h 1946"/>
                <a:gd name="T6" fmla="*/ 154 w 2611"/>
                <a:gd name="T7" fmla="*/ 213 h 1946"/>
                <a:gd name="T8" fmla="*/ 194 w 2611"/>
                <a:gd name="T9" fmla="*/ 276 h 1946"/>
                <a:gd name="T10" fmla="*/ 236 w 2611"/>
                <a:gd name="T11" fmla="*/ 340 h 1946"/>
                <a:gd name="T12" fmla="*/ 277 w 2611"/>
                <a:gd name="T13" fmla="*/ 404 h 1946"/>
                <a:gd name="T14" fmla="*/ 317 w 2611"/>
                <a:gd name="T15" fmla="*/ 466 h 1946"/>
                <a:gd name="T16" fmla="*/ 359 w 2611"/>
                <a:gd name="T17" fmla="*/ 529 h 1946"/>
                <a:gd name="T18" fmla="*/ 400 w 2611"/>
                <a:gd name="T19" fmla="*/ 593 h 1946"/>
                <a:gd name="T20" fmla="*/ 440 w 2611"/>
                <a:gd name="T21" fmla="*/ 657 h 1946"/>
                <a:gd name="T22" fmla="*/ 482 w 2611"/>
                <a:gd name="T23" fmla="*/ 721 h 1946"/>
                <a:gd name="T24" fmla="*/ 523 w 2611"/>
                <a:gd name="T25" fmla="*/ 785 h 1946"/>
                <a:gd name="T26" fmla="*/ 565 w 2611"/>
                <a:gd name="T27" fmla="*/ 849 h 1946"/>
                <a:gd name="T28" fmla="*/ 605 w 2611"/>
                <a:gd name="T29" fmla="*/ 910 h 1946"/>
                <a:gd name="T30" fmla="*/ 646 w 2611"/>
                <a:gd name="T31" fmla="*/ 974 h 1946"/>
                <a:gd name="T32" fmla="*/ 688 w 2611"/>
                <a:gd name="T33" fmla="*/ 1038 h 1946"/>
                <a:gd name="T34" fmla="*/ 728 w 2611"/>
                <a:gd name="T35" fmla="*/ 1102 h 1946"/>
                <a:gd name="T36" fmla="*/ 771 w 2611"/>
                <a:gd name="T37" fmla="*/ 1166 h 1946"/>
                <a:gd name="T38" fmla="*/ 811 w 2611"/>
                <a:gd name="T39" fmla="*/ 1230 h 1946"/>
                <a:gd name="T40" fmla="*/ 851 w 2611"/>
                <a:gd name="T41" fmla="*/ 1293 h 1946"/>
                <a:gd name="T42" fmla="*/ 894 w 2611"/>
                <a:gd name="T43" fmla="*/ 1355 h 1946"/>
                <a:gd name="T44" fmla="*/ 934 w 2611"/>
                <a:gd name="T45" fmla="*/ 1419 h 1946"/>
                <a:gd name="T46" fmla="*/ 974 w 2611"/>
                <a:gd name="T47" fmla="*/ 1483 h 1946"/>
                <a:gd name="T48" fmla="*/ 1017 w 2611"/>
                <a:gd name="T49" fmla="*/ 1547 h 1946"/>
                <a:gd name="T50" fmla="*/ 1057 w 2611"/>
                <a:gd name="T51" fmla="*/ 1610 h 1946"/>
                <a:gd name="T52" fmla="*/ 1100 w 2611"/>
                <a:gd name="T53" fmla="*/ 1674 h 1946"/>
                <a:gd name="T54" fmla="*/ 1140 w 2611"/>
                <a:gd name="T55" fmla="*/ 1738 h 1946"/>
                <a:gd name="T56" fmla="*/ 1180 w 2611"/>
                <a:gd name="T57" fmla="*/ 1802 h 1946"/>
                <a:gd name="T58" fmla="*/ 1223 w 2611"/>
                <a:gd name="T59" fmla="*/ 1863 h 1946"/>
                <a:gd name="T60" fmla="*/ 1241 w 2611"/>
                <a:gd name="T61" fmla="*/ 1897 h 1946"/>
                <a:gd name="T62" fmla="*/ 1291 w 2611"/>
                <a:gd name="T63" fmla="*/ 1859 h 1946"/>
                <a:gd name="T64" fmla="*/ 1334 w 2611"/>
                <a:gd name="T65" fmla="*/ 1797 h 1946"/>
                <a:gd name="T66" fmla="*/ 1379 w 2611"/>
                <a:gd name="T67" fmla="*/ 1736 h 1946"/>
                <a:gd name="T68" fmla="*/ 1421 w 2611"/>
                <a:gd name="T69" fmla="*/ 1674 h 1946"/>
                <a:gd name="T70" fmla="*/ 1466 w 2611"/>
                <a:gd name="T71" fmla="*/ 1610 h 1946"/>
                <a:gd name="T72" fmla="*/ 1509 w 2611"/>
                <a:gd name="T73" fmla="*/ 1549 h 1946"/>
                <a:gd name="T74" fmla="*/ 1551 w 2611"/>
                <a:gd name="T75" fmla="*/ 1487 h 1946"/>
                <a:gd name="T76" fmla="*/ 1596 w 2611"/>
                <a:gd name="T77" fmla="*/ 1426 h 1946"/>
                <a:gd name="T78" fmla="*/ 1639 w 2611"/>
                <a:gd name="T79" fmla="*/ 1364 h 1946"/>
                <a:gd name="T80" fmla="*/ 1681 w 2611"/>
                <a:gd name="T81" fmla="*/ 1301 h 1946"/>
                <a:gd name="T82" fmla="*/ 1726 w 2611"/>
                <a:gd name="T83" fmla="*/ 1239 h 1946"/>
                <a:gd name="T84" fmla="*/ 1769 w 2611"/>
                <a:gd name="T85" fmla="*/ 1178 h 1946"/>
                <a:gd name="T86" fmla="*/ 1814 w 2611"/>
                <a:gd name="T87" fmla="*/ 1116 h 1946"/>
                <a:gd name="T88" fmla="*/ 1856 w 2611"/>
                <a:gd name="T89" fmla="*/ 1055 h 1946"/>
                <a:gd name="T90" fmla="*/ 1899 w 2611"/>
                <a:gd name="T91" fmla="*/ 991 h 1946"/>
                <a:gd name="T92" fmla="*/ 1944 w 2611"/>
                <a:gd name="T93" fmla="*/ 929 h 1946"/>
                <a:gd name="T94" fmla="*/ 1986 w 2611"/>
                <a:gd name="T95" fmla="*/ 868 h 1946"/>
                <a:gd name="T96" fmla="*/ 2029 w 2611"/>
                <a:gd name="T97" fmla="*/ 806 h 1946"/>
                <a:gd name="T98" fmla="*/ 2074 w 2611"/>
                <a:gd name="T99" fmla="*/ 745 h 1946"/>
                <a:gd name="T100" fmla="*/ 2116 w 2611"/>
                <a:gd name="T101" fmla="*/ 681 h 1946"/>
                <a:gd name="T102" fmla="*/ 2161 w 2611"/>
                <a:gd name="T103" fmla="*/ 619 h 1946"/>
                <a:gd name="T104" fmla="*/ 2204 w 2611"/>
                <a:gd name="T105" fmla="*/ 558 h 1946"/>
                <a:gd name="T106" fmla="*/ 2246 w 2611"/>
                <a:gd name="T107" fmla="*/ 496 h 1946"/>
                <a:gd name="T108" fmla="*/ 2291 w 2611"/>
                <a:gd name="T109" fmla="*/ 435 h 1946"/>
                <a:gd name="T110" fmla="*/ 2334 w 2611"/>
                <a:gd name="T111" fmla="*/ 371 h 1946"/>
                <a:gd name="T112" fmla="*/ 2379 w 2611"/>
                <a:gd name="T113" fmla="*/ 310 h 1946"/>
                <a:gd name="T114" fmla="*/ 2421 w 2611"/>
                <a:gd name="T115" fmla="*/ 248 h 1946"/>
                <a:gd name="T116" fmla="*/ 2464 w 2611"/>
                <a:gd name="T117" fmla="*/ 187 h 1946"/>
                <a:gd name="T118" fmla="*/ 2509 w 2611"/>
                <a:gd name="T119" fmla="*/ 125 h 1946"/>
                <a:gd name="T120" fmla="*/ 2552 w 2611"/>
                <a:gd name="T121" fmla="*/ 61 h 1946"/>
                <a:gd name="T122" fmla="*/ 2594 w 2611"/>
                <a:gd name="T123" fmla="*/ 0 h 19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611" h="1946">
                  <a:moveTo>
                    <a:pt x="31" y="21"/>
                  </a:moveTo>
                  <a:lnTo>
                    <a:pt x="16" y="0"/>
                  </a:lnTo>
                  <a:lnTo>
                    <a:pt x="0" y="12"/>
                  </a:lnTo>
                  <a:lnTo>
                    <a:pt x="14" y="33"/>
                  </a:lnTo>
                  <a:lnTo>
                    <a:pt x="31" y="21"/>
                  </a:lnTo>
                  <a:close/>
                  <a:moveTo>
                    <a:pt x="71" y="85"/>
                  </a:moveTo>
                  <a:lnTo>
                    <a:pt x="50" y="54"/>
                  </a:lnTo>
                  <a:lnTo>
                    <a:pt x="35" y="64"/>
                  </a:lnTo>
                  <a:lnTo>
                    <a:pt x="54" y="97"/>
                  </a:lnTo>
                  <a:lnTo>
                    <a:pt x="71" y="85"/>
                  </a:lnTo>
                  <a:close/>
                  <a:moveTo>
                    <a:pt x="111" y="149"/>
                  </a:moveTo>
                  <a:lnTo>
                    <a:pt x="92" y="118"/>
                  </a:lnTo>
                  <a:lnTo>
                    <a:pt x="76" y="127"/>
                  </a:lnTo>
                  <a:lnTo>
                    <a:pt x="97" y="158"/>
                  </a:lnTo>
                  <a:lnTo>
                    <a:pt x="111" y="149"/>
                  </a:lnTo>
                  <a:close/>
                  <a:moveTo>
                    <a:pt x="154" y="213"/>
                  </a:moveTo>
                  <a:lnTo>
                    <a:pt x="132" y="179"/>
                  </a:lnTo>
                  <a:lnTo>
                    <a:pt x="116" y="191"/>
                  </a:lnTo>
                  <a:lnTo>
                    <a:pt x="137" y="222"/>
                  </a:lnTo>
                  <a:lnTo>
                    <a:pt x="154" y="213"/>
                  </a:lnTo>
                  <a:close/>
                  <a:moveTo>
                    <a:pt x="194" y="276"/>
                  </a:moveTo>
                  <a:lnTo>
                    <a:pt x="173" y="243"/>
                  </a:lnTo>
                  <a:lnTo>
                    <a:pt x="158" y="255"/>
                  </a:lnTo>
                  <a:lnTo>
                    <a:pt x="177" y="286"/>
                  </a:lnTo>
                  <a:lnTo>
                    <a:pt x="194" y="276"/>
                  </a:lnTo>
                  <a:close/>
                  <a:moveTo>
                    <a:pt x="236" y="340"/>
                  </a:moveTo>
                  <a:lnTo>
                    <a:pt x="215" y="307"/>
                  </a:lnTo>
                  <a:lnTo>
                    <a:pt x="199" y="319"/>
                  </a:lnTo>
                  <a:lnTo>
                    <a:pt x="220" y="350"/>
                  </a:lnTo>
                  <a:lnTo>
                    <a:pt x="236" y="340"/>
                  </a:lnTo>
                  <a:close/>
                  <a:moveTo>
                    <a:pt x="277" y="404"/>
                  </a:moveTo>
                  <a:lnTo>
                    <a:pt x="255" y="371"/>
                  </a:lnTo>
                  <a:lnTo>
                    <a:pt x="241" y="380"/>
                  </a:lnTo>
                  <a:lnTo>
                    <a:pt x="260" y="414"/>
                  </a:lnTo>
                  <a:lnTo>
                    <a:pt x="277" y="404"/>
                  </a:lnTo>
                  <a:close/>
                  <a:moveTo>
                    <a:pt x="317" y="466"/>
                  </a:moveTo>
                  <a:lnTo>
                    <a:pt x="298" y="435"/>
                  </a:lnTo>
                  <a:lnTo>
                    <a:pt x="281" y="444"/>
                  </a:lnTo>
                  <a:lnTo>
                    <a:pt x="303" y="477"/>
                  </a:lnTo>
                  <a:lnTo>
                    <a:pt x="317" y="466"/>
                  </a:lnTo>
                  <a:close/>
                  <a:moveTo>
                    <a:pt x="359" y="529"/>
                  </a:moveTo>
                  <a:lnTo>
                    <a:pt x="338" y="499"/>
                  </a:lnTo>
                  <a:lnTo>
                    <a:pt x="322" y="508"/>
                  </a:lnTo>
                  <a:lnTo>
                    <a:pt x="343" y="541"/>
                  </a:lnTo>
                  <a:lnTo>
                    <a:pt x="359" y="529"/>
                  </a:lnTo>
                  <a:close/>
                  <a:moveTo>
                    <a:pt x="400" y="593"/>
                  </a:moveTo>
                  <a:lnTo>
                    <a:pt x="378" y="563"/>
                  </a:lnTo>
                  <a:lnTo>
                    <a:pt x="364" y="572"/>
                  </a:lnTo>
                  <a:lnTo>
                    <a:pt x="383" y="603"/>
                  </a:lnTo>
                  <a:lnTo>
                    <a:pt x="400" y="593"/>
                  </a:lnTo>
                  <a:close/>
                  <a:moveTo>
                    <a:pt x="440" y="657"/>
                  </a:moveTo>
                  <a:lnTo>
                    <a:pt x="421" y="626"/>
                  </a:lnTo>
                  <a:lnTo>
                    <a:pt x="404" y="636"/>
                  </a:lnTo>
                  <a:lnTo>
                    <a:pt x="426" y="667"/>
                  </a:lnTo>
                  <a:lnTo>
                    <a:pt x="440" y="657"/>
                  </a:lnTo>
                  <a:close/>
                  <a:moveTo>
                    <a:pt x="482" y="721"/>
                  </a:moveTo>
                  <a:lnTo>
                    <a:pt x="461" y="688"/>
                  </a:lnTo>
                  <a:lnTo>
                    <a:pt x="445" y="700"/>
                  </a:lnTo>
                  <a:lnTo>
                    <a:pt x="466" y="731"/>
                  </a:lnTo>
                  <a:lnTo>
                    <a:pt x="482" y="721"/>
                  </a:lnTo>
                  <a:close/>
                  <a:moveTo>
                    <a:pt x="523" y="785"/>
                  </a:moveTo>
                  <a:lnTo>
                    <a:pt x="504" y="752"/>
                  </a:lnTo>
                  <a:lnTo>
                    <a:pt x="487" y="764"/>
                  </a:lnTo>
                  <a:lnTo>
                    <a:pt x="508" y="794"/>
                  </a:lnTo>
                  <a:lnTo>
                    <a:pt x="523" y="785"/>
                  </a:lnTo>
                  <a:close/>
                  <a:moveTo>
                    <a:pt x="565" y="849"/>
                  </a:moveTo>
                  <a:lnTo>
                    <a:pt x="544" y="816"/>
                  </a:lnTo>
                  <a:lnTo>
                    <a:pt x="527" y="825"/>
                  </a:lnTo>
                  <a:lnTo>
                    <a:pt x="549" y="858"/>
                  </a:lnTo>
                  <a:lnTo>
                    <a:pt x="565" y="849"/>
                  </a:lnTo>
                  <a:close/>
                  <a:moveTo>
                    <a:pt x="605" y="910"/>
                  </a:moveTo>
                  <a:lnTo>
                    <a:pt x="584" y="880"/>
                  </a:lnTo>
                  <a:lnTo>
                    <a:pt x="570" y="889"/>
                  </a:lnTo>
                  <a:lnTo>
                    <a:pt x="589" y="922"/>
                  </a:lnTo>
                  <a:lnTo>
                    <a:pt x="605" y="910"/>
                  </a:lnTo>
                  <a:close/>
                  <a:moveTo>
                    <a:pt x="646" y="974"/>
                  </a:moveTo>
                  <a:lnTo>
                    <a:pt x="627" y="943"/>
                  </a:lnTo>
                  <a:lnTo>
                    <a:pt x="610" y="953"/>
                  </a:lnTo>
                  <a:lnTo>
                    <a:pt x="631" y="986"/>
                  </a:lnTo>
                  <a:lnTo>
                    <a:pt x="646" y="974"/>
                  </a:lnTo>
                  <a:close/>
                  <a:moveTo>
                    <a:pt x="688" y="1038"/>
                  </a:moveTo>
                  <a:lnTo>
                    <a:pt x="667" y="1007"/>
                  </a:lnTo>
                  <a:lnTo>
                    <a:pt x="650" y="1017"/>
                  </a:lnTo>
                  <a:lnTo>
                    <a:pt x="672" y="1050"/>
                  </a:lnTo>
                  <a:lnTo>
                    <a:pt x="688" y="1038"/>
                  </a:lnTo>
                  <a:close/>
                  <a:moveTo>
                    <a:pt x="728" y="1102"/>
                  </a:moveTo>
                  <a:lnTo>
                    <a:pt x="707" y="1071"/>
                  </a:lnTo>
                  <a:lnTo>
                    <a:pt x="693" y="1081"/>
                  </a:lnTo>
                  <a:lnTo>
                    <a:pt x="712" y="1111"/>
                  </a:lnTo>
                  <a:lnTo>
                    <a:pt x="728" y="1102"/>
                  </a:lnTo>
                  <a:close/>
                  <a:moveTo>
                    <a:pt x="771" y="1166"/>
                  </a:moveTo>
                  <a:lnTo>
                    <a:pt x="750" y="1133"/>
                  </a:lnTo>
                  <a:lnTo>
                    <a:pt x="733" y="1144"/>
                  </a:lnTo>
                  <a:lnTo>
                    <a:pt x="754" y="1175"/>
                  </a:lnTo>
                  <a:lnTo>
                    <a:pt x="771" y="1166"/>
                  </a:lnTo>
                  <a:close/>
                  <a:moveTo>
                    <a:pt x="811" y="1230"/>
                  </a:moveTo>
                  <a:lnTo>
                    <a:pt x="790" y="1196"/>
                  </a:lnTo>
                  <a:lnTo>
                    <a:pt x="776" y="1208"/>
                  </a:lnTo>
                  <a:lnTo>
                    <a:pt x="794" y="1239"/>
                  </a:lnTo>
                  <a:lnTo>
                    <a:pt x="811" y="1230"/>
                  </a:lnTo>
                  <a:close/>
                  <a:moveTo>
                    <a:pt x="851" y="1293"/>
                  </a:moveTo>
                  <a:lnTo>
                    <a:pt x="832" y="1260"/>
                  </a:lnTo>
                  <a:lnTo>
                    <a:pt x="816" y="1272"/>
                  </a:lnTo>
                  <a:lnTo>
                    <a:pt x="837" y="1303"/>
                  </a:lnTo>
                  <a:lnTo>
                    <a:pt x="851" y="1293"/>
                  </a:lnTo>
                  <a:close/>
                  <a:moveTo>
                    <a:pt x="894" y="1355"/>
                  </a:moveTo>
                  <a:lnTo>
                    <a:pt x="873" y="1324"/>
                  </a:lnTo>
                  <a:lnTo>
                    <a:pt x="856" y="1334"/>
                  </a:lnTo>
                  <a:lnTo>
                    <a:pt x="877" y="1367"/>
                  </a:lnTo>
                  <a:lnTo>
                    <a:pt x="894" y="1355"/>
                  </a:lnTo>
                  <a:close/>
                  <a:moveTo>
                    <a:pt x="934" y="1419"/>
                  </a:moveTo>
                  <a:lnTo>
                    <a:pt x="913" y="1388"/>
                  </a:lnTo>
                  <a:lnTo>
                    <a:pt x="899" y="1398"/>
                  </a:lnTo>
                  <a:lnTo>
                    <a:pt x="917" y="1431"/>
                  </a:lnTo>
                  <a:lnTo>
                    <a:pt x="934" y="1419"/>
                  </a:lnTo>
                  <a:close/>
                  <a:moveTo>
                    <a:pt x="974" y="1483"/>
                  </a:moveTo>
                  <a:lnTo>
                    <a:pt x="955" y="1452"/>
                  </a:lnTo>
                  <a:lnTo>
                    <a:pt x="939" y="1461"/>
                  </a:lnTo>
                  <a:lnTo>
                    <a:pt x="960" y="1494"/>
                  </a:lnTo>
                  <a:lnTo>
                    <a:pt x="974" y="1483"/>
                  </a:lnTo>
                  <a:close/>
                  <a:moveTo>
                    <a:pt x="1017" y="1547"/>
                  </a:moveTo>
                  <a:lnTo>
                    <a:pt x="995" y="1516"/>
                  </a:lnTo>
                  <a:lnTo>
                    <a:pt x="979" y="1525"/>
                  </a:lnTo>
                  <a:lnTo>
                    <a:pt x="1000" y="1556"/>
                  </a:lnTo>
                  <a:lnTo>
                    <a:pt x="1017" y="1547"/>
                  </a:lnTo>
                  <a:close/>
                  <a:moveTo>
                    <a:pt x="1057" y="1610"/>
                  </a:moveTo>
                  <a:lnTo>
                    <a:pt x="1038" y="1580"/>
                  </a:lnTo>
                  <a:lnTo>
                    <a:pt x="1022" y="1589"/>
                  </a:lnTo>
                  <a:lnTo>
                    <a:pt x="1043" y="1620"/>
                  </a:lnTo>
                  <a:lnTo>
                    <a:pt x="1057" y="1610"/>
                  </a:lnTo>
                  <a:close/>
                  <a:moveTo>
                    <a:pt x="1100" y="1674"/>
                  </a:moveTo>
                  <a:lnTo>
                    <a:pt x="1078" y="1641"/>
                  </a:lnTo>
                  <a:lnTo>
                    <a:pt x="1062" y="1653"/>
                  </a:lnTo>
                  <a:lnTo>
                    <a:pt x="1083" y="1684"/>
                  </a:lnTo>
                  <a:lnTo>
                    <a:pt x="1100" y="1674"/>
                  </a:lnTo>
                  <a:close/>
                  <a:moveTo>
                    <a:pt x="1140" y="1738"/>
                  </a:moveTo>
                  <a:lnTo>
                    <a:pt x="1118" y="1705"/>
                  </a:lnTo>
                  <a:lnTo>
                    <a:pt x="1104" y="1717"/>
                  </a:lnTo>
                  <a:lnTo>
                    <a:pt x="1123" y="1748"/>
                  </a:lnTo>
                  <a:lnTo>
                    <a:pt x="1140" y="1738"/>
                  </a:lnTo>
                  <a:close/>
                  <a:moveTo>
                    <a:pt x="1180" y="1802"/>
                  </a:moveTo>
                  <a:lnTo>
                    <a:pt x="1161" y="1769"/>
                  </a:lnTo>
                  <a:lnTo>
                    <a:pt x="1144" y="1778"/>
                  </a:lnTo>
                  <a:lnTo>
                    <a:pt x="1166" y="1811"/>
                  </a:lnTo>
                  <a:lnTo>
                    <a:pt x="1180" y="1802"/>
                  </a:lnTo>
                  <a:close/>
                  <a:moveTo>
                    <a:pt x="1223" y="1863"/>
                  </a:moveTo>
                  <a:lnTo>
                    <a:pt x="1201" y="1833"/>
                  </a:lnTo>
                  <a:lnTo>
                    <a:pt x="1185" y="1842"/>
                  </a:lnTo>
                  <a:lnTo>
                    <a:pt x="1206" y="1875"/>
                  </a:lnTo>
                  <a:lnTo>
                    <a:pt x="1223" y="1863"/>
                  </a:lnTo>
                  <a:close/>
                  <a:moveTo>
                    <a:pt x="1249" y="1920"/>
                  </a:moveTo>
                  <a:lnTo>
                    <a:pt x="1246" y="1925"/>
                  </a:lnTo>
                  <a:lnTo>
                    <a:pt x="1253" y="1930"/>
                  </a:lnTo>
                  <a:lnTo>
                    <a:pt x="1260" y="1925"/>
                  </a:lnTo>
                  <a:lnTo>
                    <a:pt x="1241" y="1897"/>
                  </a:lnTo>
                  <a:lnTo>
                    <a:pt x="1227" y="1906"/>
                  </a:lnTo>
                  <a:lnTo>
                    <a:pt x="1253" y="1946"/>
                  </a:lnTo>
                  <a:lnTo>
                    <a:pt x="1263" y="1932"/>
                  </a:lnTo>
                  <a:lnTo>
                    <a:pt x="1249" y="1920"/>
                  </a:lnTo>
                  <a:close/>
                  <a:moveTo>
                    <a:pt x="1291" y="1859"/>
                  </a:moveTo>
                  <a:lnTo>
                    <a:pt x="1270" y="1889"/>
                  </a:lnTo>
                  <a:lnTo>
                    <a:pt x="1284" y="1901"/>
                  </a:lnTo>
                  <a:lnTo>
                    <a:pt x="1308" y="1871"/>
                  </a:lnTo>
                  <a:lnTo>
                    <a:pt x="1291" y="1859"/>
                  </a:lnTo>
                  <a:close/>
                  <a:moveTo>
                    <a:pt x="1334" y="1797"/>
                  </a:moveTo>
                  <a:lnTo>
                    <a:pt x="1312" y="1828"/>
                  </a:lnTo>
                  <a:lnTo>
                    <a:pt x="1329" y="1840"/>
                  </a:lnTo>
                  <a:lnTo>
                    <a:pt x="1350" y="1809"/>
                  </a:lnTo>
                  <a:lnTo>
                    <a:pt x="1334" y="1797"/>
                  </a:lnTo>
                  <a:close/>
                  <a:moveTo>
                    <a:pt x="1379" y="1736"/>
                  </a:moveTo>
                  <a:lnTo>
                    <a:pt x="1357" y="1766"/>
                  </a:lnTo>
                  <a:lnTo>
                    <a:pt x="1371" y="1776"/>
                  </a:lnTo>
                  <a:lnTo>
                    <a:pt x="1393" y="1745"/>
                  </a:lnTo>
                  <a:lnTo>
                    <a:pt x="1379" y="1736"/>
                  </a:lnTo>
                  <a:close/>
                  <a:moveTo>
                    <a:pt x="1421" y="1674"/>
                  </a:moveTo>
                  <a:lnTo>
                    <a:pt x="1400" y="1705"/>
                  </a:lnTo>
                  <a:lnTo>
                    <a:pt x="1414" y="1714"/>
                  </a:lnTo>
                  <a:lnTo>
                    <a:pt x="1438" y="1684"/>
                  </a:lnTo>
                  <a:lnTo>
                    <a:pt x="1421" y="1674"/>
                  </a:lnTo>
                  <a:close/>
                  <a:moveTo>
                    <a:pt x="1466" y="1610"/>
                  </a:moveTo>
                  <a:lnTo>
                    <a:pt x="1442" y="1641"/>
                  </a:lnTo>
                  <a:lnTo>
                    <a:pt x="1459" y="1653"/>
                  </a:lnTo>
                  <a:lnTo>
                    <a:pt x="1480" y="1622"/>
                  </a:lnTo>
                  <a:lnTo>
                    <a:pt x="1466" y="1610"/>
                  </a:lnTo>
                  <a:close/>
                  <a:moveTo>
                    <a:pt x="1509" y="1549"/>
                  </a:moveTo>
                  <a:lnTo>
                    <a:pt x="1487" y="1580"/>
                  </a:lnTo>
                  <a:lnTo>
                    <a:pt x="1502" y="1591"/>
                  </a:lnTo>
                  <a:lnTo>
                    <a:pt x="1523" y="1561"/>
                  </a:lnTo>
                  <a:lnTo>
                    <a:pt x="1509" y="1549"/>
                  </a:lnTo>
                  <a:close/>
                  <a:moveTo>
                    <a:pt x="1551" y="1487"/>
                  </a:moveTo>
                  <a:lnTo>
                    <a:pt x="1530" y="1518"/>
                  </a:lnTo>
                  <a:lnTo>
                    <a:pt x="1546" y="1530"/>
                  </a:lnTo>
                  <a:lnTo>
                    <a:pt x="1568" y="1499"/>
                  </a:lnTo>
                  <a:lnTo>
                    <a:pt x="1551" y="1487"/>
                  </a:lnTo>
                  <a:close/>
                  <a:moveTo>
                    <a:pt x="1596" y="1426"/>
                  </a:moveTo>
                  <a:lnTo>
                    <a:pt x="1573" y="1457"/>
                  </a:lnTo>
                  <a:lnTo>
                    <a:pt x="1589" y="1466"/>
                  </a:lnTo>
                  <a:lnTo>
                    <a:pt x="1610" y="1435"/>
                  </a:lnTo>
                  <a:lnTo>
                    <a:pt x="1596" y="1426"/>
                  </a:lnTo>
                  <a:close/>
                  <a:moveTo>
                    <a:pt x="1639" y="1364"/>
                  </a:moveTo>
                  <a:lnTo>
                    <a:pt x="1617" y="1395"/>
                  </a:lnTo>
                  <a:lnTo>
                    <a:pt x="1632" y="1405"/>
                  </a:lnTo>
                  <a:lnTo>
                    <a:pt x="1655" y="1374"/>
                  </a:lnTo>
                  <a:lnTo>
                    <a:pt x="1639" y="1364"/>
                  </a:lnTo>
                  <a:close/>
                  <a:moveTo>
                    <a:pt x="1681" y="1301"/>
                  </a:moveTo>
                  <a:lnTo>
                    <a:pt x="1660" y="1331"/>
                  </a:lnTo>
                  <a:lnTo>
                    <a:pt x="1677" y="1343"/>
                  </a:lnTo>
                  <a:lnTo>
                    <a:pt x="1698" y="1312"/>
                  </a:lnTo>
                  <a:lnTo>
                    <a:pt x="1681" y="1301"/>
                  </a:lnTo>
                  <a:close/>
                  <a:moveTo>
                    <a:pt x="1726" y="1239"/>
                  </a:moveTo>
                  <a:lnTo>
                    <a:pt x="1705" y="1270"/>
                  </a:lnTo>
                  <a:lnTo>
                    <a:pt x="1719" y="1282"/>
                  </a:lnTo>
                  <a:lnTo>
                    <a:pt x="1740" y="1251"/>
                  </a:lnTo>
                  <a:lnTo>
                    <a:pt x="1726" y="1239"/>
                  </a:lnTo>
                  <a:close/>
                  <a:moveTo>
                    <a:pt x="1769" y="1178"/>
                  </a:moveTo>
                  <a:lnTo>
                    <a:pt x="1747" y="1208"/>
                  </a:lnTo>
                  <a:lnTo>
                    <a:pt x="1764" y="1220"/>
                  </a:lnTo>
                  <a:lnTo>
                    <a:pt x="1785" y="1189"/>
                  </a:lnTo>
                  <a:lnTo>
                    <a:pt x="1769" y="1178"/>
                  </a:lnTo>
                  <a:close/>
                  <a:moveTo>
                    <a:pt x="1814" y="1116"/>
                  </a:moveTo>
                  <a:lnTo>
                    <a:pt x="1790" y="1147"/>
                  </a:lnTo>
                  <a:lnTo>
                    <a:pt x="1807" y="1156"/>
                  </a:lnTo>
                  <a:lnTo>
                    <a:pt x="1828" y="1126"/>
                  </a:lnTo>
                  <a:lnTo>
                    <a:pt x="1814" y="1116"/>
                  </a:lnTo>
                  <a:close/>
                  <a:moveTo>
                    <a:pt x="1856" y="1055"/>
                  </a:moveTo>
                  <a:lnTo>
                    <a:pt x="1835" y="1085"/>
                  </a:lnTo>
                  <a:lnTo>
                    <a:pt x="1849" y="1095"/>
                  </a:lnTo>
                  <a:lnTo>
                    <a:pt x="1873" y="1064"/>
                  </a:lnTo>
                  <a:lnTo>
                    <a:pt x="1856" y="1055"/>
                  </a:lnTo>
                  <a:close/>
                  <a:moveTo>
                    <a:pt x="1899" y="991"/>
                  </a:moveTo>
                  <a:lnTo>
                    <a:pt x="1878" y="1021"/>
                  </a:lnTo>
                  <a:lnTo>
                    <a:pt x="1894" y="1033"/>
                  </a:lnTo>
                  <a:lnTo>
                    <a:pt x="1915" y="1003"/>
                  </a:lnTo>
                  <a:lnTo>
                    <a:pt x="1899" y="991"/>
                  </a:lnTo>
                  <a:close/>
                  <a:moveTo>
                    <a:pt x="1944" y="929"/>
                  </a:moveTo>
                  <a:lnTo>
                    <a:pt x="1922" y="960"/>
                  </a:lnTo>
                  <a:lnTo>
                    <a:pt x="1937" y="972"/>
                  </a:lnTo>
                  <a:lnTo>
                    <a:pt x="1958" y="941"/>
                  </a:lnTo>
                  <a:lnTo>
                    <a:pt x="1944" y="929"/>
                  </a:lnTo>
                  <a:close/>
                  <a:moveTo>
                    <a:pt x="1986" y="868"/>
                  </a:moveTo>
                  <a:lnTo>
                    <a:pt x="1965" y="898"/>
                  </a:lnTo>
                  <a:lnTo>
                    <a:pt x="1979" y="910"/>
                  </a:lnTo>
                  <a:lnTo>
                    <a:pt x="2003" y="880"/>
                  </a:lnTo>
                  <a:lnTo>
                    <a:pt x="1986" y="868"/>
                  </a:lnTo>
                  <a:close/>
                  <a:moveTo>
                    <a:pt x="2029" y="806"/>
                  </a:moveTo>
                  <a:lnTo>
                    <a:pt x="2008" y="837"/>
                  </a:lnTo>
                  <a:lnTo>
                    <a:pt x="2024" y="849"/>
                  </a:lnTo>
                  <a:lnTo>
                    <a:pt x="2045" y="816"/>
                  </a:lnTo>
                  <a:lnTo>
                    <a:pt x="2029" y="806"/>
                  </a:lnTo>
                  <a:close/>
                  <a:moveTo>
                    <a:pt x="2074" y="745"/>
                  </a:moveTo>
                  <a:lnTo>
                    <a:pt x="2053" y="775"/>
                  </a:lnTo>
                  <a:lnTo>
                    <a:pt x="2067" y="785"/>
                  </a:lnTo>
                  <a:lnTo>
                    <a:pt x="2088" y="754"/>
                  </a:lnTo>
                  <a:lnTo>
                    <a:pt x="2074" y="745"/>
                  </a:lnTo>
                  <a:close/>
                  <a:moveTo>
                    <a:pt x="2116" y="681"/>
                  </a:moveTo>
                  <a:lnTo>
                    <a:pt x="2095" y="714"/>
                  </a:lnTo>
                  <a:lnTo>
                    <a:pt x="2112" y="723"/>
                  </a:lnTo>
                  <a:lnTo>
                    <a:pt x="2133" y="693"/>
                  </a:lnTo>
                  <a:lnTo>
                    <a:pt x="2116" y="681"/>
                  </a:lnTo>
                  <a:close/>
                  <a:moveTo>
                    <a:pt x="2161" y="619"/>
                  </a:moveTo>
                  <a:lnTo>
                    <a:pt x="2138" y="650"/>
                  </a:lnTo>
                  <a:lnTo>
                    <a:pt x="2154" y="662"/>
                  </a:lnTo>
                  <a:lnTo>
                    <a:pt x="2176" y="631"/>
                  </a:lnTo>
                  <a:lnTo>
                    <a:pt x="2161" y="619"/>
                  </a:lnTo>
                  <a:close/>
                  <a:moveTo>
                    <a:pt x="2204" y="558"/>
                  </a:moveTo>
                  <a:lnTo>
                    <a:pt x="2183" y="589"/>
                  </a:lnTo>
                  <a:lnTo>
                    <a:pt x="2197" y="600"/>
                  </a:lnTo>
                  <a:lnTo>
                    <a:pt x="2220" y="570"/>
                  </a:lnTo>
                  <a:lnTo>
                    <a:pt x="2204" y="558"/>
                  </a:lnTo>
                  <a:close/>
                  <a:moveTo>
                    <a:pt x="2246" y="496"/>
                  </a:moveTo>
                  <a:lnTo>
                    <a:pt x="2225" y="527"/>
                  </a:lnTo>
                  <a:lnTo>
                    <a:pt x="2242" y="539"/>
                  </a:lnTo>
                  <a:lnTo>
                    <a:pt x="2263" y="506"/>
                  </a:lnTo>
                  <a:lnTo>
                    <a:pt x="2246" y="496"/>
                  </a:lnTo>
                  <a:close/>
                  <a:moveTo>
                    <a:pt x="2291" y="435"/>
                  </a:moveTo>
                  <a:lnTo>
                    <a:pt x="2270" y="466"/>
                  </a:lnTo>
                  <a:lnTo>
                    <a:pt x="2284" y="475"/>
                  </a:lnTo>
                  <a:lnTo>
                    <a:pt x="2306" y="444"/>
                  </a:lnTo>
                  <a:lnTo>
                    <a:pt x="2291" y="435"/>
                  </a:lnTo>
                  <a:close/>
                  <a:moveTo>
                    <a:pt x="2334" y="371"/>
                  </a:moveTo>
                  <a:lnTo>
                    <a:pt x="2313" y="404"/>
                  </a:lnTo>
                  <a:lnTo>
                    <a:pt x="2329" y="414"/>
                  </a:lnTo>
                  <a:lnTo>
                    <a:pt x="2351" y="383"/>
                  </a:lnTo>
                  <a:lnTo>
                    <a:pt x="2334" y="371"/>
                  </a:lnTo>
                  <a:close/>
                  <a:moveTo>
                    <a:pt x="2379" y="310"/>
                  </a:moveTo>
                  <a:lnTo>
                    <a:pt x="2355" y="340"/>
                  </a:lnTo>
                  <a:lnTo>
                    <a:pt x="2372" y="352"/>
                  </a:lnTo>
                  <a:lnTo>
                    <a:pt x="2393" y="321"/>
                  </a:lnTo>
                  <a:lnTo>
                    <a:pt x="2379" y="310"/>
                  </a:lnTo>
                  <a:close/>
                  <a:moveTo>
                    <a:pt x="2421" y="248"/>
                  </a:moveTo>
                  <a:lnTo>
                    <a:pt x="2400" y="279"/>
                  </a:lnTo>
                  <a:lnTo>
                    <a:pt x="2414" y="291"/>
                  </a:lnTo>
                  <a:lnTo>
                    <a:pt x="2436" y="260"/>
                  </a:lnTo>
                  <a:lnTo>
                    <a:pt x="2421" y="248"/>
                  </a:lnTo>
                  <a:close/>
                  <a:moveTo>
                    <a:pt x="2464" y="187"/>
                  </a:moveTo>
                  <a:lnTo>
                    <a:pt x="2443" y="217"/>
                  </a:lnTo>
                  <a:lnTo>
                    <a:pt x="2459" y="229"/>
                  </a:lnTo>
                  <a:lnTo>
                    <a:pt x="2481" y="196"/>
                  </a:lnTo>
                  <a:lnTo>
                    <a:pt x="2464" y="187"/>
                  </a:lnTo>
                  <a:close/>
                  <a:moveTo>
                    <a:pt x="2509" y="125"/>
                  </a:moveTo>
                  <a:lnTo>
                    <a:pt x="2488" y="156"/>
                  </a:lnTo>
                  <a:lnTo>
                    <a:pt x="2502" y="165"/>
                  </a:lnTo>
                  <a:lnTo>
                    <a:pt x="2523" y="135"/>
                  </a:lnTo>
                  <a:lnTo>
                    <a:pt x="2509" y="125"/>
                  </a:lnTo>
                  <a:close/>
                  <a:moveTo>
                    <a:pt x="2552" y="61"/>
                  </a:moveTo>
                  <a:lnTo>
                    <a:pt x="2530" y="94"/>
                  </a:lnTo>
                  <a:lnTo>
                    <a:pt x="2544" y="104"/>
                  </a:lnTo>
                  <a:lnTo>
                    <a:pt x="2568" y="73"/>
                  </a:lnTo>
                  <a:lnTo>
                    <a:pt x="2552" y="61"/>
                  </a:lnTo>
                  <a:close/>
                  <a:moveTo>
                    <a:pt x="2594" y="0"/>
                  </a:moveTo>
                  <a:lnTo>
                    <a:pt x="2573" y="30"/>
                  </a:lnTo>
                  <a:lnTo>
                    <a:pt x="2589" y="42"/>
                  </a:lnTo>
                  <a:lnTo>
                    <a:pt x="2611" y="12"/>
                  </a:lnTo>
                  <a:lnTo>
                    <a:pt x="2594" y="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68572" tIns="34287" rIns="68572" bIns="34287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GB" sz="675"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6" name="Freeform 12"/>
            <p:cNvSpPr>
              <a:spLocks/>
            </p:cNvSpPr>
            <p:nvPr/>
          </p:nvSpPr>
          <p:spPr bwMode="auto">
            <a:xfrm>
              <a:off x="5163609" y="2684800"/>
              <a:ext cx="1886258" cy="3120065"/>
            </a:xfrm>
            <a:custGeom>
              <a:avLst/>
              <a:gdLst>
                <a:gd name="T0" fmla="*/ 966 w 1077"/>
                <a:gd name="T1" fmla="*/ 315 h 1781"/>
                <a:gd name="T2" fmla="*/ 793 w 1077"/>
                <a:gd name="T3" fmla="*/ 486 h 1781"/>
                <a:gd name="T4" fmla="*/ 650 w 1077"/>
                <a:gd name="T5" fmla="*/ 297 h 1781"/>
                <a:gd name="T6" fmla="*/ 625 w 1077"/>
                <a:gd name="T7" fmla="*/ 266 h 1781"/>
                <a:gd name="T8" fmla="*/ 632 w 1077"/>
                <a:gd name="T9" fmla="*/ 236 h 1781"/>
                <a:gd name="T10" fmla="*/ 682 w 1077"/>
                <a:gd name="T11" fmla="*/ 187 h 1781"/>
                <a:gd name="T12" fmla="*/ 698 w 1077"/>
                <a:gd name="T13" fmla="*/ 150 h 1781"/>
                <a:gd name="T14" fmla="*/ 665 w 1077"/>
                <a:gd name="T15" fmla="*/ 82 h 1781"/>
                <a:gd name="T16" fmla="*/ 661 w 1077"/>
                <a:gd name="T17" fmla="*/ 50 h 1781"/>
                <a:gd name="T18" fmla="*/ 627 w 1077"/>
                <a:gd name="T19" fmla="*/ 24 h 1781"/>
                <a:gd name="T20" fmla="*/ 576 w 1077"/>
                <a:gd name="T21" fmla="*/ 3 h 1781"/>
                <a:gd name="T22" fmla="*/ 492 w 1077"/>
                <a:gd name="T23" fmla="*/ 48 h 1781"/>
                <a:gd name="T24" fmla="*/ 471 w 1077"/>
                <a:gd name="T25" fmla="*/ 119 h 1781"/>
                <a:gd name="T26" fmla="*/ 513 w 1077"/>
                <a:gd name="T27" fmla="*/ 199 h 1781"/>
                <a:gd name="T28" fmla="*/ 495 w 1077"/>
                <a:gd name="T29" fmla="*/ 223 h 1781"/>
                <a:gd name="T30" fmla="*/ 386 w 1077"/>
                <a:gd name="T31" fmla="*/ 230 h 1781"/>
                <a:gd name="T32" fmla="*/ 106 w 1077"/>
                <a:gd name="T33" fmla="*/ 313 h 1781"/>
                <a:gd name="T34" fmla="*/ 60 w 1077"/>
                <a:gd name="T35" fmla="*/ 630 h 1781"/>
                <a:gd name="T36" fmla="*/ 138 w 1077"/>
                <a:gd name="T37" fmla="*/ 599 h 1781"/>
                <a:gd name="T38" fmla="*/ 169 w 1077"/>
                <a:gd name="T39" fmla="*/ 527 h 1781"/>
                <a:gd name="T40" fmla="*/ 176 w 1077"/>
                <a:gd name="T41" fmla="*/ 406 h 1781"/>
                <a:gd name="T42" fmla="*/ 220 w 1077"/>
                <a:gd name="T43" fmla="*/ 373 h 1781"/>
                <a:gd name="T44" fmla="*/ 308 w 1077"/>
                <a:gd name="T45" fmla="*/ 360 h 1781"/>
                <a:gd name="T46" fmla="*/ 317 w 1077"/>
                <a:gd name="T47" fmla="*/ 358 h 1781"/>
                <a:gd name="T48" fmla="*/ 256 w 1077"/>
                <a:gd name="T49" fmla="*/ 760 h 1781"/>
                <a:gd name="T50" fmla="*/ 254 w 1077"/>
                <a:gd name="T51" fmla="*/ 794 h 1781"/>
                <a:gd name="T52" fmla="*/ 261 w 1077"/>
                <a:gd name="T53" fmla="*/ 896 h 1781"/>
                <a:gd name="T54" fmla="*/ 123 w 1077"/>
                <a:gd name="T55" fmla="*/ 1406 h 1781"/>
                <a:gd name="T56" fmla="*/ 47 w 1077"/>
                <a:gd name="T57" fmla="*/ 1578 h 1781"/>
                <a:gd name="T58" fmla="*/ 4 w 1077"/>
                <a:gd name="T59" fmla="*/ 1633 h 1781"/>
                <a:gd name="T60" fmla="*/ 56 w 1077"/>
                <a:gd name="T61" fmla="*/ 1688 h 1781"/>
                <a:gd name="T62" fmla="*/ 104 w 1077"/>
                <a:gd name="T63" fmla="*/ 1714 h 1781"/>
                <a:gd name="T64" fmla="*/ 122 w 1077"/>
                <a:gd name="T65" fmla="*/ 1741 h 1781"/>
                <a:gd name="T66" fmla="*/ 174 w 1077"/>
                <a:gd name="T67" fmla="*/ 1703 h 1781"/>
                <a:gd name="T68" fmla="*/ 161 w 1077"/>
                <a:gd name="T69" fmla="*/ 1636 h 1781"/>
                <a:gd name="T70" fmla="*/ 323 w 1077"/>
                <a:gd name="T71" fmla="*/ 1294 h 1781"/>
                <a:gd name="T72" fmla="*/ 385 w 1077"/>
                <a:gd name="T73" fmla="*/ 1152 h 1781"/>
                <a:gd name="T74" fmla="*/ 481 w 1077"/>
                <a:gd name="T75" fmla="*/ 943 h 1781"/>
                <a:gd name="T76" fmla="*/ 699 w 1077"/>
                <a:gd name="T77" fmla="*/ 879 h 1781"/>
                <a:gd name="T78" fmla="*/ 682 w 1077"/>
                <a:gd name="T79" fmla="*/ 976 h 1781"/>
                <a:gd name="T80" fmla="*/ 632 w 1077"/>
                <a:gd name="T81" fmla="*/ 1141 h 1781"/>
                <a:gd name="T82" fmla="*/ 618 w 1077"/>
                <a:gd name="T83" fmla="*/ 1225 h 1781"/>
                <a:gd name="T84" fmla="*/ 670 w 1077"/>
                <a:gd name="T85" fmla="*/ 1269 h 1781"/>
                <a:gd name="T86" fmla="*/ 795 w 1077"/>
                <a:gd name="T87" fmla="*/ 1285 h 1781"/>
                <a:gd name="T88" fmla="*/ 830 w 1077"/>
                <a:gd name="T89" fmla="*/ 1219 h 1781"/>
                <a:gd name="T90" fmla="*/ 746 w 1077"/>
                <a:gd name="T91" fmla="*/ 1165 h 1781"/>
                <a:gd name="T92" fmla="*/ 840 w 1077"/>
                <a:gd name="T93" fmla="*/ 864 h 1781"/>
                <a:gd name="T94" fmla="*/ 831 w 1077"/>
                <a:gd name="T95" fmla="*/ 762 h 1781"/>
                <a:gd name="T96" fmla="*/ 507 w 1077"/>
                <a:gd name="T97" fmla="*/ 757 h 1781"/>
                <a:gd name="T98" fmla="*/ 508 w 1077"/>
                <a:gd name="T99" fmla="*/ 758 h 1781"/>
                <a:gd name="T100" fmla="*/ 560 w 1077"/>
                <a:gd name="T101" fmla="*/ 658 h 1781"/>
                <a:gd name="T102" fmla="*/ 607 w 1077"/>
                <a:gd name="T103" fmla="*/ 511 h 1781"/>
                <a:gd name="T104" fmla="*/ 643 w 1077"/>
                <a:gd name="T105" fmla="*/ 449 h 1781"/>
                <a:gd name="T106" fmla="*/ 784 w 1077"/>
                <a:gd name="T107" fmla="*/ 596 h 1781"/>
                <a:gd name="T108" fmla="*/ 836 w 1077"/>
                <a:gd name="T109" fmla="*/ 566 h 1781"/>
                <a:gd name="T110" fmla="*/ 999 w 1077"/>
                <a:gd name="T111" fmla="*/ 402 h 1781"/>
                <a:gd name="T112" fmla="*/ 1042 w 1077"/>
                <a:gd name="T113" fmla="*/ 374 h 1781"/>
                <a:gd name="T114" fmla="*/ 1033 w 1077"/>
                <a:gd name="T115" fmla="*/ 280 h 17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077" h="1781">
                  <a:moveTo>
                    <a:pt x="1033" y="280"/>
                  </a:moveTo>
                  <a:cubicBezTo>
                    <a:pt x="1018" y="287"/>
                    <a:pt x="970" y="303"/>
                    <a:pt x="966" y="315"/>
                  </a:cubicBezTo>
                  <a:cubicBezTo>
                    <a:pt x="962" y="326"/>
                    <a:pt x="967" y="350"/>
                    <a:pt x="951" y="359"/>
                  </a:cubicBezTo>
                  <a:cubicBezTo>
                    <a:pt x="936" y="368"/>
                    <a:pt x="803" y="466"/>
                    <a:pt x="793" y="486"/>
                  </a:cubicBezTo>
                  <a:cubicBezTo>
                    <a:pt x="793" y="486"/>
                    <a:pt x="745" y="390"/>
                    <a:pt x="717" y="375"/>
                  </a:cubicBezTo>
                  <a:cubicBezTo>
                    <a:pt x="717" y="375"/>
                    <a:pt x="708" y="301"/>
                    <a:pt x="650" y="297"/>
                  </a:cubicBezTo>
                  <a:cubicBezTo>
                    <a:pt x="629" y="296"/>
                    <a:pt x="617" y="294"/>
                    <a:pt x="609" y="291"/>
                  </a:cubicBezTo>
                  <a:cubicBezTo>
                    <a:pt x="625" y="266"/>
                    <a:pt x="625" y="266"/>
                    <a:pt x="625" y="266"/>
                  </a:cubicBezTo>
                  <a:cubicBezTo>
                    <a:pt x="609" y="266"/>
                    <a:pt x="609" y="266"/>
                    <a:pt x="609" y="266"/>
                  </a:cubicBezTo>
                  <a:cubicBezTo>
                    <a:pt x="617" y="253"/>
                    <a:pt x="628" y="236"/>
                    <a:pt x="632" y="236"/>
                  </a:cubicBezTo>
                  <a:cubicBezTo>
                    <a:pt x="637" y="235"/>
                    <a:pt x="674" y="230"/>
                    <a:pt x="679" y="228"/>
                  </a:cubicBezTo>
                  <a:cubicBezTo>
                    <a:pt x="683" y="225"/>
                    <a:pt x="687" y="201"/>
                    <a:pt x="682" y="187"/>
                  </a:cubicBezTo>
                  <a:cubicBezTo>
                    <a:pt x="677" y="173"/>
                    <a:pt x="687" y="159"/>
                    <a:pt x="687" y="159"/>
                  </a:cubicBezTo>
                  <a:cubicBezTo>
                    <a:pt x="698" y="150"/>
                    <a:pt x="698" y="150"/>
                    <a:pt x="698" y="150"/>
                  </a:cubicBezTo>
                  <a:cubicBezTo>
                    <a:pt x="698" y="150"/>
                    <a:pt x="684" y="128"/>
                    <a:pt x="676" y="117"/>
                  </a:cubicBezTo>
                  <a:cubicBezTo>
                    <a:pt x="667" y="106"/>
                    <a:pt x="669" y="92"/>
                    <a:pt x="665" y="82"/>
                  </a:cubicBezTo>
                  <a:cubicBezTo>
                    <a:pt x="661" y="72"/>
                    <a:pt x="672" y="65"/>
                    <a:pt x="672" y="65"/>
                  </a:cubicBezTo>
                  <a:cubicBezTo>
                    <a:pt x="672" y="65"/>
                    <a:pt x="668" y="55"/>
                    <a:pt x="661" y="50"/>
                  </a:cubicBezTo>
                  <a:cubicBezTo>
                    <a:pt x="653" y="46"/>
                    <a:pt x="666" y="44"/>
                    <a:pt x="649" y="36"/>
                  </a:cubicBezTo>
                  <a:cubicBezTo>
                    <a:pt x="632" y="28"/>
                    <a:pt x="641" y="32"/>
                    <a:pt x="627" y="24"/>
                  </a:cubicBezTo>
                  <a:cubicBezTo>
                    <a:pt x="612" y="16"/>
                    <a:pt x="634" y="21"/>
                    <a:pt x="612" y="16"/>
                  </a:cubicBezTo>
                  <a:cubicBezTo>
                    <a:pt x="591" y="11"/>
                    <a:pt x="579" y="3"/>
                    <a:pt x="576" y="3"/>
                  </a:cubicBezTo>
                  <a:cubicBezTo>
                    <a:pt x="573" y="3"/>
                    <a:pt x="582" y="6"/>
                    <a:pt x="573" y="3"/>
                  </a:cubicBezTo>
                  <a:cubicBezTo>
                    <a:pt x="563" y="0"/>
                    <a:pt x="498" y="33"/>
                    <a:pt x="492" y="48"/>
                  </a:cubicBezTo>
                  <a:cubicBezTo>
                    <a:pt x="485" y="64"/>
                    <a:pt x="475" y="83"/>
                    <a:pt x="475" y="83"/>
                  </a:cubicBezTo>
                  <a:cubicBezTo>
                    <a:pt x="475" y="83"/>
                    <a:pt x="469" y="104"/>
                    <a:pt x="471" y="119"/>
                  </a:cubicBezTo>
                  <a:cubicBezTo>
                    <a:pt x="474" y="134"/>
                    <a:pt x="484" y="147"/>
                    <a:pt x="488" y="152"/>
                  </a:cubicBezTo>
                  <a:cubicBezTo>
                    <a:pt x="491" y="156"/>
                    <a:pt x="508" y="184"/>
                    <a:pt x="513" y="199"/>
                  </a:cubicBezTo>
                  <a:cubicBezTo>
                    <a:pt x="517" y="212"/>
                    <a:pt x="521" y="228"/>
                    <a:pt x="506" y="235"/>
                  </a:cubicBezTo>
                  <a:cubicBezTo>
                    <a:pt x="495" y="223"/>
                    <a:pt x="495" y="223"/>
                    <a:pt x="495" y="223"/>
                  </a:cubicBezTo>
                  <a:cubicBezTo>
                    <a:pt x="476" y="237"/>
                    <a:pt x="476" y="237"/>
                    <a:pt x="476" y="237"/>
                  </a:cubicBezTo>
                  <a:cubicBezTo>
                    <a:pt x="454" y="233"/>
                    <a:pt x="427" y="222"/>
                    <a:pt x="386" y="230"/>
                  </a:cubicBezTo>
                  <a:cubicBezTo>
                    <a:pt x="333" y="241"/>
                    <a:pt x="313" y="257"/>
                    <a:pt x="281" y="265"/>
                  </a:cubicBezTo>
                  <a:cubicBezTo>
                    <a:pt x="249" y="272"/>
                    <a:pt x="128" y="293"/>
                    <a:pt x="106" y="313"/>
                  </a:cubicBezTo>
                  <a:cubicBezTo>
                    <a:pt x="84" y="332"/>
                    <a:pt x="76" y="418"/>
                    <a:pt x="82" y="553"/>
                  </a:cubicBezTo>
                  <a:cubicBezTo>
                    <a:pt x="82" y="553"/>
                    <a:pt x="62" y="616"/>
                    <a:pt x="60" y="630"/>
                  </a:cubicBezTo>
                  <a:cubicBezTo>
                    <a:pt x="59" y="644"/>
                    <a:pt x="67" y="703"/>
                    <a:pt x="139" y="690"/>
                  </a:cubicBezTo>
                  <a:cubicBezTo>
                    <a:pt x="203" y="679"/>
                    <a:pt x="151" y="622"/>
                    <a:pt x="138" y="599"/>
                  </a:cubicBezTo>
                  <a:cubicBezTo>
                    <a:pt x="146" y="594"/>
                    <a:pt x="154" y="590"/>
                    <a:pt x="154" y="590"/>
                  </a:cubicBezTo>
                  <a:cubicBezTo>
                    <a:pt x="154" y="590"/>
                    <a:pt x="168" y="554"/>
                    <a:pt x="169" y="527"/>
                  </a:cubicBezTo>
                  <a:cubicBezTo>
                    <a:pt x="169" y="510"/>
                    <a:pt x="174" y="454"/>
                    <a:pt x="176" y="409"/>
                  </a:cubicBezTo>
                  <a:cubicBezTo>
                    <a:pt x="176" y="408"/>
                    <a:pt x="176" y="407"/>
                    <a:pt x="176" y="406"/>
                  </a:cubicBezTo>
                  <a:cubicBezTo>
                    <a:pt x="178" y="394"/>
                    <a:pt x="179" y="384"/>
                    <a:pt x="180" y="378"/>
                  </a:cubicBezTo>
                  <a:cubicBezTo>
                    <a:pt x="190" y="376"/>
                    <a:pt x="204" y="375"/>
                    <a:pt x="220" y="373"/>
                  </a:cubicBezTo>
                  <a:cubicBezTo>
                    <a:pt x="224" y="373"/>
                    <a:pt x="229" y="373"/>
                    <a:pt x="234" y="372"/>
                  </a:cubicBezTo>
                  <a:cubicBezTo>
                    <a:pt x="265" y="370"/>
                    <a:pt x="294" y="364"/>
                    <a:pt x="308" y="360"/>
                  </a:cubicBezTo>
                  <a:cubicBezTo>
                    <a:pt x="308" y="360"/>
                    <a:pt x="308" y="360"/>
                    <a:pt x="308" y="360"/>
                  </a:cubicBezTo>
                  <a:cubicBezTo>
                    <a:pt x="311" y="360"/>
                    <a:pt x="314" y="359"/>
                    <a:pt x="317" y="358"/>
                  </a:cubicBezTo>
                  <a:cubicBezTo>
                    <a:pt x="317" y="360"/>
                    <a:pt x="319" y="371"/>
                    <a:pt x="322" y="385"/>
                  </a:cubicBezTo>
                  <a:cubicBezTo>
                    <a:pt x="310" y="466"/>
                    <a:pt x="270" y="740"/>
                    <a:pt x="256" y="760"/>
                  </a:cubicBezTo>
                  <a:cubicBezTo>
                    <a:pt x="240" y="784"/>
                    <a:pt x="232" y="799"/>
                    <a:pt x="232" y="799"/>
                  </a:cubicBezTo>
                  <a:cubicBezTo>
                    <a:pt x="232" y="799"/>
                    <a:pt x="242" y="797"/>
                    <a:pt x="254" y="794"/>
                  </a:cubicBezTo>
                  <a:cubicBezTo>
                    <a:pt x="250" y="811"/>
                    <a:pt x="249" y="832"/>
                    <a:pt x="252" y="861"/>
                  </a:cubicBezTo>
                  <a:cubicBezTo>
                    <a:pt x="252" y="861"/>
                    <a:pt x="254" y="876"/>
                    <a:pt x="261" y="896"/>
                  </a:cubicBezTo>
                  <a:cubicBezTo>
                    <a:pt x="247" y="979"/>
                    <a:pt x="227" y="1177"/>
                    <a:pt x="200" y="1256"/>
                  </a:cubicBezTo>
                  <a:cubicBezTo>
                    <a:pt x="174" y="1282"/>
                    <a:pt x="141" y="1326"/>
                    <a:pt x="123" y="1406"/>
                  </a:cubicBezTo>
                  <a:cubicBezTo>
                    <a:pt x="123" y="1406"/>
                    <a:pt x="123" y="1406"/>
                    <a:pt x="123" y="1406"/>
                  </a:cubicBezTo>
                  <a:cubicBezTo>
                    <a:pt x="86" y="1483"/>
                    <a:pt x="47" y="1577"/>
                    <a:pt x="47" y="1578"/>
                  </a:cubicBezTo>
                  <a:cubicBezTo>
                    <a:pt x="25" y="1596"/>
                    <a:pt x="10" y="1604"/>
                    <a:pt x="5" y="1627"/>
                  </a:cubicBezTo>
                  <a:cubicBezTo>
                    <a:pt x="4" y="1630"/>
                    <a:pt x="4" y="1631"/>
                    <a:pt x="4" y="1633"/>
                  </a:cubicBezTo>
                  <a:cubicBezTo>
                    <a:pt x="0" y="1665"/>
                    <a:pt x="0" y="1665"/>
                    <a:pt x="0" y="1665"/>
                  </a:cubicBezTo>
                  <a:cubicBezTo>
                    <a:pt x="0" y="1665"/>
                    <a:pt x="44" y="1698"/>
                    <a:pt x="56" y="1688"/>
                  </a:cubicBezTo>
                  <a:cubicBezTo>
                    <a:pt x="64" y="1682"/>
                    <a:pt x="74" y="1683"/>
                    <a:pt x="85" y="1692"/>
                  </a:cubicBezTo>
                  <a:cubicBezTo>
                    <a:pt x="91" y="1698"/>
                    <a:pt x="97" y="1705"/>
                    <a:pt x="104" y="1714"/>
                  </a:cubicBezTo>
                  <a:cubicBezTo>
                    <a:pt x="105" y="1715"/>
                    <a:pt x="105" y="1716"/>
                    <a:pt x="106" y="1717"/>
                  </a:cubicBezTo>
                  <a:cubicBezTo>
                    <a:pt x="111" y="1724"/>
                    <a:pt x="116" y="1731"/>
                    <a:pt x="122" y="1741"/>
                  </a:cubicBezTo>
                  <a:cubicBezTo>
                    <a:pt x="122" y="1741"/>
                    <a:pt x="153" y="1781"/>
                    <a:pt x="193" y="1765"/>
                  </a:cubicBezTo>
                  <a:cubicBezTo>
                    <a:pt x="193" y="1765"/>
                    <a:pt x="208" y="1732"/>
                    <a:pt x="174" y="1703"/>
                  </a:cubicBezTo>
                  <a:cubicBezTo>
                    <a:pt x="147" y="1680"/>
                    <a:pt x="145" y="1650"/>
                    <a:pt x="148" y="1630"/>
                  </a:cubicBezTo>
                  <a:cubicBezTo>
                    <a:pt x="161" y="1636"/>
                    <a:pt x="161" y="1636"/>
                    <a:pt x="161" y="1636"/>
                  </a:cubicBezTo>
                  <a:cubicBezTo>
                    <a:pt x="161" y="1636"/>
                    <a:pt x="161" y="1636"/>
                    <a:pt x="170" y="1587"/>
                  </a:cubicBezTo>
                  <a:cubicBezTo>
                    <a:pt x="179" y="1539"/>
                    <a:pt x="301" y="1314"/>
                    <a:pt x="323" y="1294"/>
                  </a:cubicBezTo>
                  <a:cubicBezTo>
                    <a:pt x="336" y="1282"/>
                    <a:pt x="352" y="1230"/>
                    <a:pt x="365" y="1185"/>
                  </a:cubicBezTo>
                  <a:cubicBezTo>
                    <a:pt x="372" y="1176"/>
                    <a:pt x="379" y="1165"/>
                    <a:pt x="385" y="1152"/>
                  </a:cubicBezTo>
                  <a:cubicBezTo>
                    <a:pt x="404" y="1111"/>
                    <a:pt x="437" y="960"/>
                    <a:pt x="437" y="960"/>
                  </a:cubicBezTo>
                  <a:cubicBezTo>
                    <a:pt x="437" y="960"/>
                    <a:pt x="470" y="949"/>
                    <a:pt x="481" y="943"/>
                  </a:cubicBezTo>
                  <a:cubicBezTo>
                    <a:pt x="492" y="938"/>
                    <a:pt x="508" y="937"/>
                    <a:pt x="573" y="923"/>
                  </a:cubicBezTo>
                  <a:cubicBezTo>
                    <a:pt x="637" y="908"/>
                    <a:pt x="699" y="879"/>
                    <a:pt x="699" y="879"/>
                  </a:cubicBezTo>
                  <a:cubicBezTo>
                    <a:pt x="699" y="879"/>
                    <a:pt x="679" y="928"/>
                    <a:pt x="681" y="965"/>
                  </a:cubicBezTo>
                  <a:cubicBezTo>
                    <a:pt x="681" y="969"/>
                    <a:pt x="682" y="972"/>
                    <a:pt x="682" y="976"/>
                  </a:cubicBezTo>
                  <a:cubicBezTo>
                    <a:pt x="673" y="1023"/>
                    <a:pt x="663" y="1072"/>
                    <a:pt x="657" y="1085"/>
                  </a:cubicBezTo>
                  <a:cubicBezTo>
                    <a:pt x="645" y="1110"/>
                    <a:pt x="632" y="1141"/>
                    <a:pt x="632" y="1141"/>
                  </a:cubicBezTo>
                  <a:cubicBezTo>
                    <a:pt x="632" y="1141"/>
                    <a:pt x="639" y="1142"/>
                    <a:pt x="649" y="1143"/>
                  </a:cubicBezTo>
                  <a:cubicBezTo>
                    <a:pt x="633" y="1177"/>
                    <a:pt x="615" y="1211"/>
                    <a:pt x="618" y="1225"/>
                  </a:cubicBezTo>
                  <a:cubicBezTo>
                    <a:pt x="614" y="1247"/>
                    <a:pt x="614" y="1247"/>
                    <a:pt x="614" y="1247"/>
                  </a:cubicBezTo>
                  <a:cubicBezTo>
                    <a:pt x="670" y="1269"/>
                    <a:pt x="670" y="1269"/>
                    <a:pt x="670" y="1269"/>
                  </a:cubicBezTo>
                  <a:cubicBezTo>
                    <a:pt x="670" y="1269"/>
                    <a:pt x="694" y="1263"/>
                    <a:pt x="728" y="1274"/>
                  </a:cubicBezTo>
                  <a:cubicBezTo>
                    <a:pt x="752" y="1285"/>
                    <a:pt x="777" y="1293"/>
                    <a:pt x="795" y="1285"/>
                  </a:cubicBezTo>
                  <a:cubicBezTo>
                    <a:pt x="825" y="1273"/>
                    <a:pt x="867" y="1244"/>
                    <a:pt x="867" y="1226"/>
                  </a:cubicBezTo>
                  <a:cubicBezTo>
                    <a:pt x="867" y="1208"/>
                    <a:pt x="855" y="1215"/>
                    <a:pt x="830" y="1219"/>
                  </a:cubicBezTo>
                  <a:cubicBezTo>
                    <a:pt x="806" y="1223"/>
                    <a:pt x="766" y="1195"/>
                    <a:pt x="753" y="1179"/>
                  </a:cubicBezTo>
                  <a:cubicBezTo>
                    <a:pt x="750" y="1176"/>
                    <a:pt x="748" y="1171"/>
                    <a:pt x="746" y="1165"/>
                  </a:cubicBezTo>
                  <a:cubicBezTo>
                    <a:pt x="753" y="1179"/>
                    <a:pt x="766" y="1180"/>
                    <a:pt x="766" y="1180"/>
                  </a:cubicBezTo>
                  <a:cubicBezTo>
                    <a:pt x="766" y="1180"/>
                    <a:pt x="817" y="952"/>
                    <a:pt x="840" y="864"/>
                  </a:cubicBezTo>
                  <a:cubicBezTo>
                    <a:pt x="840" y="864"/>
                    <a:pt x="840" y="864"/>
                    <a:pt x="840" y="864"/>
                  </a:cubicBezTo>
                  <a:cubicBezTo>
                    <a:pt x="856" y="847"/>
                    <a:pt x="886" y="780"/>
                    <a:pt x="831" y="762"/>
                  </a:cubicBezTo>
                  <a:cubicBezTo>
                    <a:pt x="777" y="744"/>
                    <a:pt x="577" y="746"/>
                    <a:pt x="521" y="760"/>
                  </a:cubicBezTo>
                  <a:cubicBezTo>
                    <a:pt x="514" y="762"/>
                    <a:pt x="510" y="761"/>
                    <a:pt x="507" y="757"/>
                  </a:cubicBezTo>
                  <a:cubicBezTo>
                    <a:pt x="508" y="757"/>
                    <a:pt x="508" y="757"/>
                    <a:pt x="508" y="757"/>
                  </a:cubicBezTo>
                  <a:cubicBezTo>
                    <a:pt x="508" y="758"/>
                    <a:pt x="508" y="758"/>
                    <a:pt x="508" y="758"/>
                  </a:cubicBezTo>
                  <a:cubicBezTo>
                    <a:pt x="536" y="738"/>
                    <a:pt x="536" y="738"/>
                    <a:pt x="536" y="738"/>
                  </a:cubicBezTo>
                  <a:cubicBezTo>
                    <a:pt x="536" y="738"/>
                    <a:pt x="543" y="691"/>
                    <a:pt x="560" y="658"/>
                  </a:cubicBezTo>
                  <a:cubicBezTo>
                    <a:pt x="576" y="625"/>
                    <a:pt x="599" y="520"/>
                    <a:pt x="607" y="511"/>
                  </a:cubicBezTo>
                  <a:cubicBezTo>
                    <a:pt x="607" y="511"/>
                    <a:pt x="607" y="511"/>
                    <a:pt x="607" y="511"/>
                  </a:cubicBezTo>
                  <a:cubicBezTo>
                    <a:pt x="611" y="506"/>
                    <a:pt x="615" y="500"/>
                    <a:pt x="620" y="491"/>
                  </a:cubicBezTo>
                  <a:cubicBezTo>
                    <a:pt x="634" y="465"/>
                    <a:pt x="643" y="449"/>
                    <a:pt x="643" y="449"/>
                  </a:cubicBezTo>
                  <a:cubicBezTo>
                    <a:pt x="643" y="449"/>
                    <a:pt x="695" y="520"/>
                    <a:pt x="715" y="529"/>
                  </a:cubicBezTo>
                  <a:cubicBezTo>
                    <a:pt x="734" y="537"/>
                    <a:pt x="767" y="599"/>
                    <a:pt x="784" y="596"/>
                  </a:cubicBezTo>
                  <a:cubicBezTo>
                    <a:pt x="795" y="594"/>
                    <a:pt x="812" y="585"/>
                    <a:pt x="836" y="566"/>
                  </a:cubicBezTo>
                  <a:cubicBezTo>
                    <a:pt x="836" y="566"/>
                    <a:pt x="836" y="566"/>
                    <a:pt x="836" y="566"/>
                  </a:cubicBezTo>
                  <a:cubicBezTo>
                    <a:pt x="872" y="554"/>
                    <a:pt x="1000" y="429"/>
                    <a:pt x="1013" y="425"/>
                  </a:cubicBezTo>
                  <a:cubicBezTo>
                    <a:pt x="1019" y="423"/>
                    <a:pt x="1010" y="412"/>
                    <a:pt x="999" y="402"/>
                  </a:cubicBezTo>
                  <a:cubicBezTo>
                    <a:pt x="1000" y="401"/>
                    <a:pt x="1000" y="401"/>
                    <a:pt x="1001" y="401"/>
                  </a:cubicBezTo>
                  <a:cubicBezTo>
                    <a:pt x="1016" y="396"/>
                    <a:pt x="1030" y="394"/>
                    <a:pt x="1042" y="374"/>
                  </a:cubicBezTo>
                  <a:cubicBezTo>
                    <a:pt x="1054" y="355"/>
                    <a:pt x="1077" y="306"/>
                    <a:pt x="1072" y="296"/>
                  </a:cubicBezTo>
                  <a:cubicBezTo>
                    <a:pt x="1067" y="287"/>
                    <a:pt x="1047" y="274"/>
                    <a:pt x="1033" y="280"/>
                  </a:cubicBez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68572" tIns="34287" rIns="68572" bIns="34287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GB" sz="675"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7" name="Freeform 13"/>
            <p:cNvSpPr>
              <a:spLocks/>
            </p:cNvSpPr>
            <p:nvPr/>
          </p:nvSpPr>
          <p:spPr bwMode="auto">
            <a:xfrm>
              <a:off x="5000681" y="5924098"/>
              <a:ext cx="609498" cy="169593"/>
            </a:xfrm>
            <a:custGeom>
              <a:avLst/>
              <a:gdLst>
                <a:gd name="T0" fmla="*/ 785 w 823"/>
                <a:gd name="T1" fmla="*/ 0 h 229"/>
                <a:gd name="T2" fmla="*/ 0 w 823"/>
                <a:gd name="T3" fmla="*/ 0 h 229"/>
                <a:gd name="T4" fmla="*/ 0 w 823"/>
                <a:gd name="T5" fmla="*/ 21 h 229"/>
                <a:gd name="T6" fmla="*/ 785 w 823"/>
                <a:gd name="T7" fmla="*/ 21 h 229"/>
                <a:gd name="T8" fmla="*/ 785 w 823"/>
                <a:gd name="T9" fmla="*/ 45 h 229"/>
                <a:gd name="T10" fmla="*/ 38 w 823"/>
                <a:gd name="T11" fmla="*/ 45 h 229"/>
                <a:gd name="T12" fmla="*/ 38 w 823"/>
                <a:gd name="T13" fmla="*/ 186 h 229"/>
                <a:gd name="T14" fmla="*/ 785 w 823"/>
                <a:gd name="T15" fmla="*/ 186 h 229"/>
                <a:gd name="T16" fmla="*/ 785 w 823"/>
                <a:gd name="T17" fmla="*/ 208 h 229"/>
                <a:gd name="T18" fmla="*/ 0 w 823"/>
                <a:gd name="T19" fmla="*/ 208 h 229"/>
                <a:gd name="T20" fmla="*/ 0 w 823"/>
                <a:gd name="T21" fmla="*/ 229 h 229"/>
                <a:gd name="T22" fmla="*/ 785 w 823"/>
                <a:gd name="T23" fmla="*/ 229 h 229"/>
                <a:gd name="T24" fmla="*/ 823 w 823"/>
                <a:gd name="T25" fmla="*/ 229 h 229"/>
                <a:gd name="T26" fmla="*/ 823 w 823"/>
                <a:gd name="T27" fmla="*/ 208 h 229"/>
                <a:gd name="T28" fmla="*/ 823 w 823"/>
                <a:gd name="T29" fmla="*/ 186 h 229"/>
                <a:gd name="T30" fmla="*/ 823 w 823"/>
                <a:gd name="T31" fmla="*/ 45 h 229"/>
                <a:gd name="T32" fmla="*/ 823 w 823"/>
                <a:gd name="T33" fmla="*/ 21 h 229"/>
                <a:gd name="T34" fmla="*/ 823 w 823"/>
                <a:gd name="T35" fmla="*/ 0 h 229"/>
                <a:gd name="T36" fmla="*/ 785 w 823"/>
                <a:gd name="T37" fmla="*/ 0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23" h="229">
                  <a:moveTo>
                    <a:pt x="785" y="0"/>
                  </a:moveTo>
                  <a:lnTo>
                    <a:pt x="0" y="0"/>
                  </a:lnTo>
                  <a:lnTo>
                    <a:pt x="0" y="21"/>
                  </a:lnTo>
                  <a:lnTo>
                    <a:pt x="785" y="21"/>
                  </a:lnTo>
                  <a:lnTo>
                    <a:pt x="785" y="45"/>
                  </a:lnTo>
                  <a:lnTo>
                    <a:pt x="38" y="45"/>
                  </a:lnTo>
                  <a:lnTo>
                    <a:pt x="38" y="186"/>
                  </a:lnTo>
                  <a:lnTo>
                    <a:pt x="785" y="186"/>
                  </a:lnTo>
                  <a:lnTo>
                    <a:pt x="785" y="208"/>
                  </a:lnTo>
                  <a:lnTo>
                    <a:pt x="0" y="208"/>
                  </a:lnTo>
                  <a:lnTo>
                    <a:pt x="0" y="229"/>
                  </a:lnTo>
                  <a:lnTo>
                    <a:pt x="785" y="229"/>
                  </a:lnTo>
                  <a:lnTo>
                    <a:pt x="823" y="229"/>
                  </a:lnTo>
                  <a:lnTo>
                    <a:pt x="823" y="208"/>
                  </a:lnTo>
                  <a:lnTo>
                    <a:pt x="823" y="186"/>
                  </a:lnTo>
                  <a:lnTo>
                    <a:pt x="823" y="45"/>
                  </a:lnTo>
                  <a:lnTo>
                    <a:pt x="823" y="21"/>
                  </a:lnTo>
                  <a:lnTo>
                    <a:pt x="823" y="0"/>
                  </a:lnTo>
                  <a:lnTo>
                    <a:pt x="785" y="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68572" tIns="34287" rIns="68572" bIns="34287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GB" sz="675"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8" name="Freeform 14"/>
            <p:cNvSpPr>
              <a:spLocks/>
            </p:cNvSpPr>
            <p:nvPr/>
          </p:nvSpPr>
          <p:spPr bwMode="auto">
            <a:xfrm>
              <a:off x="5000681" y="5783388"/>
              <a:ext cx="649489" cy="137007"/>
            </a:xfrm>
            <a:custGeom>
              <a:avLst/>
              <a:gdLst>
                <a:gd name="T0" fmla="*/ 835 w 877"/>
                <a:gd name="T1" fmla="*/ 0 h 185"/>
                <a:gd name="T2" fmla="*/ 0 w 877"/>
                <a:gd name="T3" fmla="*/ 0 h 185"/>
                <a:gd name="T4" fmla="*/ 0 w 877"/>
                <a:gd name="T5" fmla="*/ 19 h 185"/>
                <a:gd name="T6" fmla="*/ 835 w 877"/>
                <a:gd name="T7" fmla="*/ 19 h 185"/>
                <a:gd name="T8" fmla="*/ 835 w 877"/>
                <a:gd name="T9" fmla="*/ 36 h 185"/>
                <a:gd name="T10" fmla="*/ 40 w 877"/>
                <a:gd name="T11" fmla="*/ 36 h 185"/>
                <a:gd name="T12" fmla="*/ 40 w 877"/>
                <a:gd name="T13" fmla="*/ 152 h 185"/>
                <a:gd name="T14" fmla="*/ 835 w 877"/>
                <a:gd name="T15" fmla="*/ 152 h 185"/>
                <a:gd name="T16" fmla="*/ 835 w 877"/>
                <a:gd name="T17" fmla="*/ 168 h 185"/>
                <a:gd name="T18" fmla="*/ 0 w 877"/>
                <a:gd name="T19" fmla="*/ 168 h 185"/>
                <a:gd name="T20" fmla="*/ 0 w 877"/>
                <a:gd name="T21" fmla="*/ 185 h 185"/>
                <a:gd name="T22" fmla="*/ 835 w 877"/>
                <a:gd name="T23" fmla="*/ 185 h 185"/>
                <a:gd name="T24" fmla="*/ 877 w 877"/>
                <a:gd name="T25" fmla="*/ 185 h 185"/>
                <a:gd name="T26" fmla="*/ 877 w 877"/>
                <a:gd name="T27" fmla="*/ 168 h 185"/>
                <a:gd name="T28" fmla="*/ 877 w 877"/>
                <a:gd name="T29" fmla="*/ 152 h 185"/>
                <a:gd name="T30" fmla="*/ 877 w 877"/>
                <a:gd name="T31" fmla="*/ 36 h 185"/>
                <a:gd name="T32" fmla="*/ 877 w 877"/>
                <a:gd name="T33" fmla="*/ 19 h 185"/>
                <a:gd name="T34" fmla="*/ 877 w 877"/>
                <a:gd name="T35" fmla="*/ 0 h 185"/>
                <a:gd name="T36" fmla="*/ 835 w 877"/>
                <a:gd name="T37" fmla="*/ 0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77" h="185">
                  <a:moveTo>
                    <a:pt x="835" y="0"/>
                  </a:moveTo>
                  <a:lnTo>
                    <a:pt x="0" y="0"/>
                  </a:lnTo>
                  <a:lnTo>
                    <a:pt x="0" y="19"/>
                  </a:lnTo>
                  <a:lnTo>
                    <a:pt x="835" y="19"/>
                  </a:lnTo>
                  <a:lnTo>
                    <a:pt x="835" y="36"/>
                  </a:lnTo>
                  <a:lnTo>
                    <a:pt x="40" y="36"/>
                  </a:lnTo>
                  <a:lnTo>
                    <a:pt x="40" y="152"/>
                  </a:lnTo>
                  <a:lnTo>
                    <a:pt x="835" y="152"/>
                  </a:lnTo>
                  <a:lnTo>
                    <a:pt x="835" y="168"/>
                  </a:lnTo>
                  <a:lnTo>
                    <a:pt x="0" y="168"/>
                  </a:lnTo>
                  <a:lnTo>
                    <a:pt x="0" y="185"/>
                  </a:lnTo>
                  <a:lnTo>
                    <a:pt x="835" y="185"/>
                  </a:lnTo>
                  <a:lnTo>
                    <a:pt x="877" y="185"/>
                  </a:lnTo>
                  <a:lnTo>
                    <a:pt x="877" y="168"/>
                  </a:lnTo>
                  <a:lnTo>
                    <a:pt x="877" y="152"/>
                  </a:lnTo>
                  <a:lnTo>
                    <a:pt x="877" y="36"/>
                  </a:lnTo>
                  <a:lnTo>
                    <a:pt x="877" y="19"/>
                  </a:lnTo>
                  <a:lnTo>
                    <a:pt x="877" y="0"/>
                  </a:lnTo>
                  <a:lnTo>
                    <a:pt x="835" y="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68572" tIns="34287" rIns="68572" bIns="34287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GB" sz="675"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9" name="Freeform 15"/>
            <p:cNvSpPr>
              <a:spLocks/>
            </p:cNvSpPr>
            <p:nvPr/>
          </p:nvSpPr>
          <p:spPr bwMode="auto">
            <a:xfrm>
              <a:off x="5778291" y="5934466"/>
              <a:ext cx="609498" cy="145154"/>
            </a:xfrm>
            <a:custGeom>
              <a:avLst/>
              <a:gdLst>
                <a:gd name="T0" fmla="*/ 785 w 823"/>
                <a:gd name="T1" fmla="*/ 0 h 196"/>
                <a:gd name="T2" fmla="*/ 0 w 823"/>
                <a:gd name="T3" fmla="*/ 0 h 196"/>
                <a:gd name="T4" fmla="*/ 0 w 823"/>
                <a:gd name="T5" fmla="*/ 19 h 196"/>
                <a:gd name="T6" fmla="*/ 785 w 823"/>
                <a:gd name="T7" fmla="*/ 19 h 196"/>
                <a:gd name="T8" fmla="*/ 785 w 823"/>
                <a:gd name="T9" fmla="*/ 38 h 196"/>
                <a:gd name="T10" fmla="*/ 38 w 823"/>
                <a:gd name="T11" fmla="*/ 38 h 196"/>
                <a:gd name="T12" fmla="*/ 38 w 823"/>
                <a:gd name="T13" fmla="*/ 161 h 196"/>
                <a:gd name="T14" fmla="*/ 785 w 823"/>
                <a:gd name="T15" fmla="*/ 161 h 196"/>
                <a:gd name="T16" fmla="*/ 785 w 823"/>
                <a:gd name="T17" fmla="*/ 177 h 196"/>
                <a:gd name="T18" fmla="*/ 0 w 823"/>
                <a:gd name="T19" fmla="*/ 177 h 196"/>
                <a:gd name="T20" fmla="*/ 0 w 823"/>
                <a:gd name="T21" fmla="*/ 196 h 196"/>
                <a:gd name="T22" fmla="*/ 785 w 823"/>
                <a:gd name="T23" fmla="*/ 196 h 196"/>
                <a:gd name="T24" fmla="*/ 823 w 823"/>
                <a:gd name="T25" fmla="*/ 196 h 196"/>
                <a:gd name="T26" fmla="*/ 823 w 823"/>
                <a:gd name="T27" fmla="*/ 177 h 196"/>
                <a:gd name="T28" fmla="*/ 823 w 823"/>
                <a:gd name="T29" fmla="*/ 161 h 196"/>
                <a:gd name="T30" fmla="*/ 823 w 823"/>
                <a:gd name="T31" fmla="*/ 38 h 196"/>
                <a:gd name="T32" fmla="*/ 823 w 823"/>
                <a:gd name="T33" fmla="*/ 19 h 196"/>
                <a:gd name="T34" fmla="*/ 823 w 823"/>
                <a:gd name="T35" fmla="*/ 0 h 196"/>
                <a:gd name="T36" fmla="*/ 785 w 823"/>
                <a:gd name="T37" fmla="*/ 0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23" h="196">
                  <a:moveTo>
                    <a:pt x="785" y="0"/>
                  </a:moveTo>
                  <a:lnTo>
                    <a:pt x="0" y="0"/>
                  </a:lnTo>
                  <a:lnTo>
                    <a:pt x="0" y="19"/>
                  </a:lnTo>
                  <a:lnTo>
                    <a:pt x="785" y="19"/>
                  </a:lnTo>
                  <a:lnTo>
                    <a:pt x="785" y="38"/>
                  </a:lnTo>
                  <a:lnTo>
                    <a:pt x="38" y="38"/>
                  </a:lnTo>
                  <a:lnTo>
                    <a:pt x="38" y="161"/>
                  </a:lnTo>
                  <a:lnTo>
                    <a:pt x="785" y="161"/>
                  </a:lnTo>
                  <a:lnTo>
                    <a:pt x="785" y="177"/>
                  </a:lnTo>
                  <a:lnTo>
                    <a:pt x="0" y="177"/>
                  </a:lnTo>
                  <a:lnTo>
                    <a:pt x="0" y="196"/>
                  </a:lnTo>
                  <a:lnTo>
                    <a:pt x="785" y="196"/>
                  </a:lnTo>
                  <a:lnTo>
                    <a:pt x="823" y="196"/>
                  </a:lnTo>
                  <a:lnTo>
                    <a:pt x="823" y="177"/>
                  </a:lnTo>
                  <a:lnTo>
                    <a:pt x="823" y="161"/>
                  </a:lnTo>
                  <a:lnTo>
                    <a:pt x="823" y="38"/>
                  </a:lnTo>
                  <a:lnTo>
                    <a:pt x="823" y="19"/>
                  </a:lnTo>
                  <a:lnTo>
                    <a:pt x="823" y="0"/>
                  </a:lnTo>
                  <a:lnTo>
                    <a:pt x="785" y="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68572" tIns="34287" rIns="68572" bIns="34287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GB" sz="675"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0" name="Freeform 16"/>
            <p:cNvSpPr>
              <a:spLocks/>
            </p:cNvSpPr>
            <p:nvPr/>
          </p:nvSpPr>
          <p:spPr bwMode="auto">
            <a:xfrm>
              <a:off x="5778291" y="5813752"/>
              <a:ext cx="649489" cy="117012"/>
            </a:xfrm>
            <a:custGeom>
              <a:avLst/>
              <a:gdLst>
                <a:gd name="T0" fmla="*/ 837 w 877"/>
                <a:gd name="T1" fmla="*/ 0 h 158"/>
                <a:gd name="T2" fmla="*/ 0 w 877"/>
                <a:gd name="T3" fmla="*/ 0 h 158"/>
                <a:gd name="T4" fmla="*/ 0 w 877"/>
                <a:gd name="T5" fmla="*/ 16 h 158"/>
                <a:gd name="T6" fmla="*/ 837 w 877"/>
                <a:gd name="T7" fmla="*/ 16 h 158"/>
                <a:gd name="T8" fmla="*/ 837 w 877"/>
                <a:gd name="T9" fmla="*/ 30 h 158"/>
                <a:gd name="T10" fmla="*/ 40 w 877"/>
                <a:gd name="T11" fmla="*/ 30 h 158"/>
                <a:gd name="T12" fmla="*/ 40 w 877"/>
                <a:gd name="T13" fmla="*/ 130 h 158"/>
                <a:gd name="T14" fmla="*/ 837 w 877"/>
                <a:gd name="T15" fmla="*/ 130 h 158"/>
                <a:gd name="T16" fmla="*/ 837 w 877"/>
                <a:gd name="T17" fmla="*/ 144 h 158"/>
                <a:gd name="T18" fmla="*/ 0 w 877"/>
                <a:gd name="T19" fmla="*/ 144 h 158"/>
                <a:gd name="T20" fmla="*/ 0 w 877"/>
                <a:gd name="T21" fmla="*/ 158 h 158"/>
                <a:gd name="T22" fmla="*/ 837 w 877"/>
                <a:gd name="T23" fmla="*/ 158 h 158"/>
                <a:gd name="T24" fmla="*/ 877 w 877"/>
                <a:gd name="T25" fmla="*/ 158 h 158"/>
                <a:gd name="T26" fmla="*/ 877 w 877"/>
                <a:gd name="T27" fmla="*/ 144 h 158"/>
                <a:gd name="T28" fmla="*/ 877 w 877"/>
                <a:gd name="T29" fmla="*/ 130 h 158"/>
                <a:gd name="T30" fmla="*/ 877 w 877"/>
                <a:gd name="T31" fmla="*/ 30 h 158"/>
                <a:gd name="T32" fmla="*/ 877 w 877"/>
                <a:gd name="T33" fmla="*/ 16 h 158"/>
                <a:gd name="T34" fmla="*/ 877 w 877"/>
                <a:gd name="T35" fmla="*/ 0 h 158"/>
                <a:gd name="T36" fmla="*/ 837 w 877"/>
                <a:gd name="T37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77" h="158">
                  <a:moveTo>
                    <a:pt x="837" y="0"/>
                  </a:moveTo>
                  <a:lnTo>
                    <a:pt x="0" y="0"/>
                  </a:lnTo>
                  <a:lnTo>
                    <a:pt x="0" y="16"/>
                  </a:lnTo>
                  <a:lnTo>
                    <a:pt x="837" y="16"/>
                  </a:lnTo>
                  <a:lnTo>
                    <a:pt x="837" y="30"/>
                  </a:lnTo>
                  <a:lnTo>
                    <a:pt x="40" y="30"/>
                  </a:lnTo>
                  <a:lnTo>
                    <a:pt x="40" y="130"/>
                  </a:lnTo>
                  <a:lnTo>
                    <a:pt x="837" y="130"/>
                  </a:lnTo>
                  <a:lnTo>
                    <a:pt x="837" y="144"/>
                  </a:lnTo>
                  <a:lnTo>
                    <a:pt x="0" y="144"/>
                  </a:lnTo>
                  <a:lnTo>
                    <a:pt x="0" y="158"/>
                  </a:lnTo>
                  <a:lnTo>
                    <a:pt x="837" y="158"/>
                  </a:lnTo>
                  <a:lnTo>
                    <a:pt x="877" y="158"/>
                  </a:lnTo>
                  <a:lnTo>
                    <a:pt x="877" y="144"/>
                  </a:lnTo>
                  <a:lnTo>
                    <a:pt x="877" y="130"/>
                  </a:lnTo>
                  <a:lnTo>
                    <a:pt x="877" y="30"/>
                  </a:lnTo>
                  <a:lnTo>
                    <a:pt x="877" y="16"/>
                  </a:lnTo>
                  <a:lnTo>
                    <a:pt x="877" y="0"/>
                  </a:lnTo>
                  <a:lnTo>
                    <a:pt x="837" y="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68572" tIns="34287" rIns="68572" bIns="34287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GB" sz="675"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1" name="Freeform 17"/>
            <p:cNvSpPr>
              <a:spLocks/>
            </p:cNvSpPr>
            <p:nvPr/>
          </p:nvSpPr>
          <p:spPr bwMode="auto">
            <a:xfrm>
              <a:off x="5713120" y="5667857"/>
              <a:ext cx="609498" cy="145894"/>
            </a:xfrm>
            <a:custGeom>
              <a:avLst/>
              <a:gdLst>
                <a:gd name="T0" fmla="*/ 785 w 823"/>
                <a:gd name="T1" fmla="*/ 0 h 197"/>
                <a:gd name="T2" fmla="*/ 0 w 823"/>
                <a:gd name="T3" fmla="*/ 0 h 197"/>
                <a:gd name="T4" fmla="*/ 0 w 823"/>
                <a:gd name="T5" fmla="*/ 19 h 197"/>
                <a:gd name="T6" fmla="*/ 785 w 823"/>
                <a:gd name="T7" fmla="*/ 19 h 197"/>
                <a:gd name="T8" fmla="*/ 785 w 823"/>
                <a:gd name="T9" fmla="*/ 38 h 197"/>
                <a:gd name="T10" fmla="*/ 38 w 823"/>
                <a:gd name="T11" fmla="*/ 38 h 197"/>
                <a:gd name="T12" fmla="*/ 38 w 823"/>
                <a:gd name="T13" fmla="*/ 161 h 197"/>
                <a:gd name="T14" fmla="*/ 785 w 823"/>
                <a:gd name="T15" fmla="*/ 161 h 197"/>
                <a:gd name="T16" fmla="*/ 785 w 823"/>
                <a:gd name="T17" fmla="*/ 178 h 197"/>
                <a:gd name="T18" fmla="*/ 0 w 823"/>
                <a:gd name="T19" fmla="*/ 178 h 197"/>
                <a:gd name="T20" fmla="*/ 0 w 823"/>
                <a:gd name="T21" fmla="*/ 197 h 197"/>
                <a:gd name="T22" fmla="*/ 785 w 823"/>
                <a:gd name="T23" fmla="*/ 197 h 197"/>
                <a:gd name="T24" fmla="*/ 823 w 823"/>
                <a:gd name="T25" fmla="*/ 197 h 197"/>
                <a:gd name="T26" fmla="*/ 823 w 823"/>
                <a:gd name="T27" fmla="*/ 178 h 197"/>
                <a:gd name="T28" fmla="*/ 823 w 823"/>
                <a:gd name="T29" fmla="*/ 161 h 197"/>
                <a:gd name="T30" fmla="*/ 823 w 823"/>
                <a:gd name="T31" fmla="*/ 38 h 197"/>
                <a:gd name="T32" fmla="*/ 823 w 823"/>
                <a:gd name="T33" fmla="*/ 19 h 197"/>
                <a:gd name="T34" fmla="*/ 823 w 823"/>
                <a:gd name="T35" fmla="*/ 0 h 197"/>
                <a:gd name="T36" fmla="*/ 785 w 823"/>
                <a:gd name="T37" fmla="*/ 0 h 1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23" h="197">
                  <a:moveTo>
                    <a:pt x="785" y="0"/>
                  </a:moveTo>
                  <a:lnTo>
                    <a:pt x="0" y="0"/>
                  </a:lnTo>
                  <a:lnTo>
                    <a:pt x="0" y="19"/>
                  </a:lnTo>
                  <a:lnTo>
                    <a:pt x="785" y="19"/>
                  </a:lnTo>
                  <a:lnTo>
                    <a:pt x="785" y="38"/>
                  </a:lnTo>
                  <a:lnTo>
                    <a:pt x="38" y="38"/>
                  </a:lnTo>
                  <a:lnTo>
                    <a:pt x="38" y="161"/>
                  </a:lnTo>
                  <a:lnTo>
                    <a:pt x="785" y="161"/>
                  </a:lnTo>
                  <a:lnTo>
                    <a:pt x="785" y="178"/>
                  </a:lnTo>
                  <a:lnTo>
                    <a:pt x="0" y="178"/>
                  </a:lnTo>
                  <a:lnTo>
                    <a:pt x="0" y="197"/>
                  </a:lnTo>
                  <a:lnTo>
                    <a:pt x="785" y="197"/>
                  </a:lnTo>
                  <a:lnTo>
                    <a:pt x="823" y="197"/>
                  </a:lnTo>
                  <a:lnTo>
                    <a:pt x="823" y="178"/>
                  </a:lnTo>
                  <a:lnTo>
                    <a:pt x="823" y="161"/>
                  </a:lnTo>
                  <a:lnTo>
                    <a:pt x="823" y="38"/>
                  </a:lnTo>
                  <a:lnTo>
                    <a:pt x="823" y="19"/>
                  </a:lnTo>
                  <a:lnTo>
                    <a:pt x="823" y="0"/>
                  </a:lnTo>
                  <a:lnTo>
                    <a:pt x="785" y="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68572" tIns="34287" rIns="68572" bIns="34287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GB" sz="675"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2" name="Freeform 18"/>
            <p:cNvSpPr>
              <a:spLocks/>
            </p:cNvSpPr>
            <p:nvPr/>
          </p:nvSpPr>
          <p:spPr bwMode="auto">
            <a:xfrm>
              <a:off x="5713120" y="5548624"/>
              <a:ext cx="650230" cy="117752"/>
            </a:xfrm>
            <a:custGeom>
              <a:avLst/>
              <a:gdLst>
                <a:gd name="T0" fmla="*/ 837 w 878"/>
                <a:gd name="T1" fmla="*/ 0 h 159"/>
                <a:gd name="T2" fmla="*/ 0 w 878"/>
                <a:gd name="T3" fmla="*/ 0 h 159"/>
                <a:gd name="T4" fmla="*/ 0 w 878"/>
                <a:gd name="T5" fmla="*/ 15 h 159"/>
                <a:gd name="T6" fmla="*/ 837 w 878"/>
                <a:gd name="T7" fmla="*/ 15 h 159"/>
                <a:gd name="T8" fmla="*/ 837 w 878"/>
                <a:gd name="T9" fmla="*/ 31 h 159"/>
                <a:gd name="T10" fmla="*/ 40 w 878"/>
                <a:gd name="T11" fmla="*/ 31 h 159"/>
                <a:gd name="T12" fmla="*/ 40 w 878"/>
                <a:gd name="T13" fmla="*/ 131 h 159"/>
                <a:gd name="T14" fmla="*/ 837 w 878"/>
                <a:gd name="T15" fmla="*/ 131 h 159"/>
                <a:gd name="T16" fmla="*/ 837 w 878"/>
                <a:gd name="T17" fmla="*/ 145 h 159"/>
                <a:gd name="T18" fmla="*/ 0 w 878"/>
                <a:gd name="T19" fmla="*/ 145 h 159"/>
                <a:gd name="T20" fmla="*/ 0 w 878"/>
                <a:gd name="T21" fmla="*/ 159 h 159"/>
                <a:gd name="T22" fmla="*/ 837 w 878"/>
                <a:gd name="T23" fmla="*/ 159 h 159"/>
                <a:gd name="T24" fmla="*/ 878 w 878"/>
                <a:gd name="T25" fmla="*/ 159 h 159"/>
                <a:gd name="T26" fmla="*/ 878 w 878"/>
                <a:gd name="T27" fmla="*/ 145 h 159"/>
                <a:gd name="T28" fmla="*/ 878 w 878"/>
                <a:gd name="T29" fmla="*/ 131 h 159"/>
                <a:gd name="T30" fmla="*/ 878 w 878"/>
                <a:gd name="T31" fmla="*/ 31 h 159"/>
                <a:gd name="T32" fmla="*/ 878 w 878"/>
                <a:gd name="T33" fmla="*/ 15 h 159"/>
                <a:gd name="T34" fmla="*/ 878 w 878"/>
                <a:gd name="T35" fmla="*/ 0 h 159"/>
                <a:gd name="T36" fmla="*/ 837 w 878"/>
                <a:gd name="T37" fmla="*/ 0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78" h="159">
                  <a:moveTo>
                    <a:pt x="837" y="0"/>
                  </a:moveTo>
                  <a:lnTo>
                    <a:pt x="0" y="0"/>
                  </a:lnTo>
                  <a:lnTo>
                    <a:pt x="0" y="15"/>
                  </a:lnTo>
                  <a:lnTo>
                    <a:pt x="837" y="15"/>
                  </a:lnTo>
                  <a:lnTo>
                    <a:pt x="837" y="31"/>
                  </a:lnTo>
                  <a:lnTo>
                    <a:pt x="40" y="31"/>
                  </a:lnTo>
                  <a:lnTo>
                    <a:pt x="40" y="131"/>
                  </a:lnTo>
                  <a:lnTo>
                    <a:pt x="837" y="131"/>
                  </a:lnTo>
                  <a:lnTo>
                    <a:pt x="837" y="145"/>
                  </a:lnTo>
                  <a:lnTo>
                    <a:pt x="0" y="145"/>
                  </a:lnTo>
                  <a:lnTo>
                    <a:pt x="0" y="159"/>
                  </a:lnTo>
                  <a:lnTo>
                    <a:pt x="837" y="159"/>
                  </a:lnTo>
                  <a:lnTo>
                    <a:pt x="878" y="159"/>
                  </a:lnTo>
                  <a:lnTo>
                    <a:pt x="878" y="145"/>
                  </a:lnTo>
                  <a:lnTo>
                    <a:pt x="878" y="131"/>
                  </a:lnTo>
                  <a:lnTo>
                    <a:pt x="878" y="31"/>
                  </a:lnTo>
                  <a:lnTo>
                    <a:pt x="878" y="15"/>
                  </a:lnTo>
                  <a:lnTo>
                    <a:pt x="878" y="0"/>
                  </a:lnTo>
                  <a:lnTo>
                    <a:pt x="837" y="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68572" tIns="34287" rIns="68572" bIns="34287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GB" sz="675"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3" name="Freeform 19"/>
            <p:cNvSpPr>
              <a:spLocks/>
            </p:cNvSpPr>
            <p:nvPr/>
          </p:nvSpPr>
          <p:spPr bwMode="auto">
            <a:xfrm>
              <a:off x="5778291" y="5431612"/>
              <a:ext cx="649489" cy="117012"/>
            </a:xfrm>
            <a:custGeom>
              <a:avLst/>
              <a:gdLst>
                <a:gd name="T0" fmla="*/ 837 w 877"/>
                <a:gd name="T1" fmla="*/ 0 h 158"/>
                <a:gd name="T2" fmla="*/ 0 w 877"/>
                <a:gd name="T3" fmla="*/ 0 h 158"/>
                <a:gd name="T4" fmla="*/ 0 w 877"/>
                <a:gd name="T5" fmla="*/ 14 h 158"/>
                <a:gd name="T6" fmla="*/ 837 w 877"/>
                <a:gd name="T7" fmla="*/ 14 h 158"/>
                <a:gd name="T8" fmla="*/ 837 w 877"/>
                <a:gd name="T9" fmla="*/ 31 h 158"/>
                <a:gd name="T10" fmla="*/ 40 w 877"/>
                <a:gd name="T11" fmla="*/ 31 h 158"/>
                <a:gd name="T12" fmla="*/ 40 w 877"/>
                <a:gd name="T13" fmla="*/ 130 h 158"/>
                <a:gd name="T14" fmla="*/ 837 w 877"/>
                <a:gd name="T15" fmla="*/ 130 h 158"/>
                <a:gd name="T16" fmla="*/ 837 w 877"/>
                <a:gd name="T17" fmla="*/ 144 h 158"/>
                <a:gd name="T18" fmla="*/ 0 w 877"/>
                <a:gd name="T19" fmla="*/ 144 h 158"/>
                <a:gd name="T20" fmla="*/ 0 w 877"/>
                <a:gd name="T21" fmla="*/ 158 h 158"/>
                <a:gd name="T22" fmla="*/ 837 w 877"/>
                <a:gd name="T23" fmla="*/ 158 h 158"/>
                <a:gd name="T24" fmla="*/ 877 w 877"/>
                <a:gd name="T25" fmla="*/ 158 h 158"/>
                <a:gd name="T26" fmla="*/ 877 w 877"/>
                <a:gd name="T27" fmla="*/ 144 h 158"/>
                <a:gd name="T28" fmla="*/ 877 w 877"/>
                <a:gd name="T29" fmla="*/ 130 h 158"/>
                <a:gd name="T30" fmla="*/ 877 w 877"/>
                <a:gd name="T31" fmla="*/ 31 h 158"/>
                <a:gd name="T32" fmla="*/ 877 w 877"/>
                <a:gd name="T33" fmla="*/ 14 h 158"/>
                <a:gd name="T34" fmla="*/ 877 w 877"/>
                <a:gd name="T35" fmla="*/ 0 h 158"/>
                <a:gd name="T36" fmla="*/ 837 w 877"/>
                <a:gd name="T37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77" h="158">
                  <a:moveTo>
                    <a:pt x="837" y="0"/>
                  </a:moveTo>
                  <a:lnTo>
                    <a:pt x="0" y="0"/>
                  </a:lnTo>
                  <a:lnTo>
                    <a:pt x="0" y="14"/>
                  </a:lnTo>
                  <a:lnTo>
                    <a:pt x="837" y="14"/>
                  </a:lnTo>
                  <a:lnTo>
                    <a:pt x="837" y="31"/>
                  </a:lnTo>
                  <a:lnTo>
                    <a:pt x="40" y="31"/>
                  </a:lnTo>
                  <a:lnTo>
                    <a:pt x="40" y="130"/>
                  </a:lnTo>
                  <a:lnTo>
                    <a:pt x="837" y="130"/>
                  </a:lnTo>
                  <a:lnTo>
                    <a:pt x="837" y="144"/>
                  </a:lnTo>
                  <a:lnTo>
                    <a:pt x="0" y="144"/>
                  </a:lnTo>
                  <a:lnTo>
                    <a:pt x="0" y="158"/>
                  </a:lnTo>
                  <a:lnTo>
                    <a:pt x="837" y="158"/>
                  </a:lnTo>
                  <a:lnTo>
                    <a:pt x="877" y="158"/>
                  </a:lnTo>
                  <a:lnTo>
                    <a:pt x="877" y="144"/>
                  </a:lnTo>
                  <a:lnTo>
                    <a:pt x="877" y="130"/>
                  </a:lnTo>
                  <a:lnTo>
                    <a:pt x="877" y="31"/>
                  </a:lnTo>
                  <a:lnTo>
                    <a:pt x="877" y="14"/>
                  </a:lnTo>
                  <a:lnTo>
                    <a:pt x="877" y="0"/>
                  </a:lnTo>
                  <a:lnTo>
                    <a:pt x="837" y="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68572" tIns="34287" rIns="68572" bIns="34287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GB" sz="675"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4" name="Freeform 20"/>
            <p:cNvSpPr>
              <a:spLocks/>
            </p:cNvSpPr>
            <p:nvPr/>
          </p:nvSpPr>
          <p:spPr bwMode="auto">
            <a:xfrm>
              <a:off x="6584043" y="5948537"/>
              <a:ext cx="609498" cy="145154"/>
            </a:xfrm>
            <a:custGeom>
              <a:avLst/>
              <a:gdLst>
                <a:gd name="T0" fmla="*/ 785 w 823"/>
                <a:gd name="T1" fmla="*/ 0 h 196"/>
                <a:gd name="T2" fmla="*/ 0 w 823"/>
                <a:gd name="T3" fmla="*/ 0 h 196"/>
                <a:gd name="T4" fmla="*/ 0 w 823"/>
                <a:gd name="T5" fmla="*/ 19 h 196"/>
                <a:gd name="T6" fmla="*/ 785 w 823"/>
                <a:gd name="T7" fmla="*/ 19 h 196"/>
                <a:gd name="T8" fmla="*/ 785 w 823"/>
                <a:gd name="T9" fmla="*/ 38 h 196"/>
                <a:gd name="T10" fmla="*/ 37 w 823"/>
                <a:gd name="T11" fmla="*/ 38 h 196"/>
                <a:gd name="T12" fmla="*/ 37 w 823"/>
                <a:gd name="T13" fmla="*/ 161 h 196"/>
                <a:gd name="T14" fmla="*/ 785 w 823"/>
                <a:gd name="T15" fmla="*/ 161 h 196"/>
                <a:gd name="T16" fmla="*/ 785 w 823"/>
                <a:gd name="T17" fmla="*/ 177 h 196"/>
                <a:gd name="T18" fmla="*/ 0 w 823"/>
                <a:gd name="T19" fmla="*/ 177 h 196"/>
                <a:gd name="T20" fmla="*/ 0 w 823"/>
                <a:gd name="T21" fmla="*/ 196 h 196"/>
                <a:gd name="T22" fmla="*/ 785 w 823"/>
                <a:gd name="T23" fmla="*/ 196 h 196"/>
                <a:gd name="T24" fmla="*/ 823 w 823"/>
                <a:gd name="T25" fmla="*/ 196 h 196"/>
                <a:gd name="T26" fmla="*/ 823 w 823"/>
                <a:gd name="T27" fmla="*/ 177 h 196"/>
                <a:gd name="T28" fmla="*/ 823 w 823"/>
                <a:gd name="T29" fmla="*/ 161 h 196"/>
                <a:gd name="T30" fmla="*/ 823 w 823"/>
                <a:gd name="T31" fmla="*/ 38 h 196"/>
                <a:gd name="T32" fmla="*/ 823 w 823"/>
                <a:gd name="T33" fmla="*/ 19 h 196"/>
                <a:gd name="T34" fmla="*/ 823 w 823"/>
                <a:gd name="T35" fmla="*/ 0 h 196"/>
                <a:gd name="T36" fmla="*/ 785 w 823"/>
                <a:gd name="T37" fmla="*/ 0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23" h="196">
                  <a:moveTo>
                    <a:pt x="785" y="0"/>
                  </a:moveTo>
                  <a:lnTo>
                    <a:pt x="0" y="0"/>
                  </a:lnTo>
                  <a:lnTo>
                    <a:pt x="0" y="19"/>
                  </a:lnTo>
                  <a:lnTo>
                    <a:pt x="785" y="19"/>
                  </a:lnTo>
                  <a:lnTo>
                    <a:pt x="785" y="38"/>
                  </a:lnTo>
                  <a:lnTo>
                    <a:pt x="37" y="38"/>
                  </a:lnTo>
                  <a:lnTo>
                    <a:pt x="37" y="161"/>
                  </a:lnTo>
                  <a:lnTo>
                    <a:pt x="785" y="161"/>
                  </a:lnTo>
                  <a:lnTo>
                    <a:pt x="785" y="177"/>
                  </a:lnTo>
                  <a:lnTo>
                    <a:pt x="0" y="177"/>
                  </a:lnTo>
                  <a:lnTo>
                    <a:pt x="0" y="196"/>
                  </a:lnTo>
                  <a:lnTo>
                    <a:pt x="785" y="196"/>
                  </a:lnTo>
                  <a:lnTo>
                    <a:pt x="823" y="196"/>
                  </a:lnTo>
                  <a:lnTo>
                    <a:pt x="823" y="177"/>
                  </a:lnTo>
                  <a:lnTo>
                    <a:pt x="823" y="161"/>
                  </a:lnTo>
                  <a:lnTo>
                    <a:pt x="823" y="38"/>
                  </a:lnTo>
                  <a:lnTo>
                    <a:pt x="823" y="19"/>
                  </a:lnTo>
                  <a:lnTo>
                    <a:pt x="823" y="0"/>
                  </a:lnTo>
                  <a:lnTo>
                    <a:pt x="785" y="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68572" tIns="34287" rIns="68572" bIns="34287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GB" sz="675"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5" name="Freeform 21"/>
            <p:cNvSpPr>
              <a:spLocks/>
            </p:cNvSpPr>
            <p:nvPr/>
          </p:nvSpPr>
          <p:spPr bwMode="auto">
            <a:xfrm>
              <a:off x="6584043" y="5827082"/>
              <a:ext cx="649489" cy="117752"/>
            </a:xfrm>
            <a:custGeom>
              <a:avLst/>
              <a:gdLst>
                <a:gd name="T0" fmla="*/ 834 w 877"/>
                <a:gd name="T1" fmla="*/ 0 h 159"/>
                <a:gd name="T2" fmla="*/ 0 w 877"/>
                <a:gd name="T3" fmla="*/ 0 h 159"/>
                <a:gd name="T4" fmla="*/ 0 w 877"/>
                <a:gd name="T5" fmla="*/ 17 h 159"/>
                <a:gd name="T6" fmla="*/ 834 w 877"/>
                <a:gd name="T7" fmla="*/ 17 h 159"/>
                <a:gd name="T8" fmla="*/ 834 w 877"/>
                <a:gd name="T9" fmla="*/ 31 h 159"/>
                <a:gd name="T10" fmla="*/ 40 w 877"/>
                <a:gd name="T11" fmla="*/ 31 h 159"/>
                <a:gd name="T12" fmla="*/ 40 w 877"/>
                <a:gd name="T13" fmla="*/ 131 h 159"/>
                <a:gd name="T14" fmla="*/ 834 w 877"/>
                <a:gd name="T15" fmla="*/ 131 h 159"/>
                <a:gd name="T16" fmla="*/ 834 w 877"/>
                <a:gd name="T17" fmla="*/ 145 h 159"/>
                <a:gd name="T18" fmla="*/ 0 w 877"/>
                <a:gd name="T19" fmla="*/ 145 h 159"/>
                <a:gd name="T20" fmla="*/ 0 w 877"/>
                <a:gd name="T21" fmla="*/ 159 h 159"/>
                <a:gd name="T22" fmla="*/ 834 w 877"/>
                <a:gd name="T23" fmla="*/ 159 h 159"/>
                <a:gd name="T24" fmla="*/ 877 w 877"/>
                <a:gd name="T25" fmla="*/ 159 h 159"/>
                <a:gd name="T26" fmla="*/ 877 w 877"/>
                <a:gd name="T27" fmla="*/ 145 h 159"/>
                <a:gd name="T28" fmla="*/ 877 w 877"/>
                <a:gd name="T29" fmla="*/ 131 h 159"/>
                <a:gd name="T30" fmla="*/ 877 w 877"/>
                <a:gd name="T31" fmla="*/ 31 h 159"/>
                <a:gd name="T32" fmla="*/ 877 w 877"/>
                <a:gd name="T33" fmla="*/ 17 h 159"/>
                <a:gd name="T34" fmla="*/ 877 w 877"/>
                <a:gd name="T35" fmla="*/ 0 h 159"/>
                <a:gd name="T36" fmla="*/ 834 w 877"/>
                <a:gd name="T37" fmla="*/ 0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77" h="159">
                  <a:moveTo>
                    <a:pt x="834" y="0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834" y="17"/>
                  </a:lnTo>
                  <a:lnTo>
                    <a:pt x="834" y="31"/>
                  </a:lnTo>
                  <a:lnTo>
                    <a:pt x="40" y="31"/>
                  </a:lnTo>
                  <a:lnTo>
                    <a:pt x="40" y="131"/>
                  </a:lnTo>
                  <a:lnTo>
                    <a:pt x="834" y="131"/>
                  </a:lnTo>
                  <a:lnTo>
                    <a:pt x="834" y="145"/>
                  </a:lnTo>
                  <a:lnTo>
                    <a:pt x="0" y="145"/>
                  </a:lnTo>
                  <a:lnTo>
                    <a:pt x="0" y="159"/>
                  </a:lnTo>
                  <a:lnTo>
                    <a:pt x="834" y="159"/>
                  </a:lnTo>
                  <a:lnTo>
                    <a:pt x="877" y="159"/>
                  </a:lnTo>
                  <a:lnTo>
                    <a:pt x="877" y="145"/>
                  </a:lnTo>
                  <a:lnTo>
                    <a:pt x="877" y="131"/>
                  </a:lnTo>
                  <a:lnTo>
                    <a:pt x="877" y="31"/>
                  </a:lnTo>
                  <a:lnTo>
                    <a:pt x="877" y="17"/>
                  </a:lnTo>
                  <a:lnTo>
                    <a:pt x="877" y="0"/>
                  </a:lnTo>
                  <a:lnTo>
                    <a:pt x="834" y="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68572" tIns="34287" rIns="68572" bIns="34287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GB" sz="675"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6" name="Freeform 22"/>
            <p:cNvSpPr>
              <a:spLocks/>
            </p:cNvSpPr>
            <p:nvPr/>
          </p:nvSpPr>
          <p:spPr bwMode="auto">
            <a:xfrm>
              <a:off x="6517390" y="5681928"/>
              <a:ext cx="609498" cy="145154"/>
            </a:xfrm>
            <a:custGeom>
              <a:avLst/>
              <a:gdLst>
                <a:gd name="T0" fmla="*/ 785 w 823"/>
                <a:gd name="T1" fmla="*/ 0 h 196"/>
                <a:gd name="T2" fmla="*/ 0 w 823"/>
                <a:gd name="T3" fmla="*/ 0 h 196"/>
                <a:gd name="T4" fmla="*/ 0 w 823"/>
                <a:gd name="T5" fmla="*/ 19 h 196"/>
                <a:gd name="T6" fmla="*/ 785 w 823"/>
                <a:gd name="T7" fmla="*/ 19 h 196"/>
                <a:gd name="T8" fmla="*/ 785 w 823"/>
                <a:gd name="T9" fmla="*/ 38 h 196"/>
                <a:gd name="T10" fmla="*/ 38 w 823"/>
                <a:gd name="T11" fmla="*/ 38 h 196"/>
                <a:gd name="T12" fmla="*/ 38 w 823"/>
                <a:gd name="T13" fmla="*/ 161 h 196"/>
                <a:gd name="T14" fmla="*/ 785 w 823"/>
                <a:gd name="T15" fmla="*/ 161 h 196"/>
                <a:gd name="T16" fmla="*/ 785 w 823"/>
                <a:gd name="T17" fmla="*/ 178 h 196"/>
                <a:gd name="T18" fmla="*/ 0 w 823"/>
                <a:gd name="T19" fmla="*/ 178 h 196"/>
                <a:gd name="T20" fmla="*/ 0 w 823"/>
                <a:gd name="T21" fmla="*/ 196 h 196"/>
                <a:gd name="T22" fmla="*/ 785 w 823"/>
                <a:gd name="T23" fmla="*/ 196 h 196"/>
                <a:gd name="T24" fmla="*/ 823 w 823"/>
                <a:gd name="T25" fmla="*/ 196 h 196"/>
                <a:gd name="T26" fmla="*/ 823 w 823"/>
                <a:gd name="T27" fmla="*/ 178 h 196"/>
                <a:gd name="T28" fmla="*/ 823 w 823"/>
                <a:gd name="T29" fmla="*/ 161 h 196"/>
                <a:gd name="T30" fmla="*/ 823 w 823"/>
                <a:gd name="T31" fmla="*/ 38 h 196"/>
                <a:gd name="T32" fmla="*/ 823 w 823"/>
                <a:gd name="T33" fmla="*/ 19 h 196"/>
                <a:gd name="T34" fmla="*/ 823 w 823"/>
                <a:gd name="T35" fmla="*/ 0 h 196"/>
                <a:gd name="T36" fmla="*/ 785 w 823"/>
                <a:gd name="T37" fmla="*/ 0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23" h="196">
                  <a:moveTo>
                    <a:pt x="785" y="0"/>
                  </a:moveTo>
                  <a:lnTo>
                    <a:pt x="0" y="0"/>
                  </a:lnTo>
                  <a:lnTo>
                    <a:pt x="0" y="19"/>
                  </a:lnTo>
                  <a:lnTo>
                    <a:pt x="785" y="19"/>
                  </a:lnTo>
                  <a:lnTo>
                    <a:pt x="785" y="38"/>
                  </a:lnTo>
                  <a:lnTo>
                    <a:pt x="38" y="38"/>
                  </a:lnTo>
                  <a:lnTo>
                    <a:pt x="38" y="161"/>
                  </a:lnTo>
                  <a:lnTo>
                    <a:pt x="785" y="161"/>
                  </a:lnTo>
                  <a:lnTo>
                    <a:pt x="785" y="178"/>
                  </a:lnTo>
                  <a:lnTo>
                    <a:pt x="0" y="178"/>
                  </a:lnTo>
                  <a:lnTo>
                    <a:pt x="0" y="196"/>
                  </a:lnTo>
                  <a:lnTo>
                    <a:pt x="785" y="196"/>
                  </a:lnTo>
                  <a:lnTo>
                    <a:pt x="823" y="196"/>
                  </a:lnTo>
                  <a:lnTo>
                    <a:pt x="823" y="178"/>
                  </a:lnTo>
                  <a:lnTo>
                    <a:pt x="823" y="161"/>
                  </a:lnTo>
                  <a:lnTo>
                    <a:pt x="823" y="38"/>
                  </a:lnTo>
                  <a:lnTo>
                    <a:pt x="823" y="19"/>
                  </a:lnTo>
                  <a:lnTo>
                    <a:pt x="823" y="0"/>
                  </a:lnTo>
                  <a:lnTo>
                    <a:pt x="785" y="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68572" tIns="34287" rIns="68572" bIns="34287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GB" sz="675"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7" name="Freeform 23"/>
            <p:cNvSpPr>
              <a:spLocks/>
            </p:cNvSpPr>
            <p:nvPr/>
          </p:nvSpPr>
          <p:spPr bwMode="auto">
            <a:xfrm>
              <a:off x="6517390" y="5562695"/>
              <a:ext cx="649489" cy="117752"/>
            </a:xfrm>
            <a:custGeom>
              <a:avLst/>
              <a:gdLst>
                <a:gd name="T0" fmla="*/ 837 w 877"/>
                <a:gd name="T1" fmla="*/ 0 h 159"/>
                <a:gd name="T2" fmla="*/ 0 w 877"/>
                <a:gd name="T3" fmla="*/ 0 h 159"/>
                <a:gd name="T4" fmla="*/ 0 w 877"/>
                <a:gd name="T5" fmla="*/ 15 h 159"/>
                <a:gd name="T6" fmla="*/ 837 w 877"/>
                <a:gd name="T7" fmla="*/ 15 h 159"/>
                <a:gd name="T8" fmla="*/ 837 w 877"/>
                <a:gd name="T9" fmla="*/ 31 h 159"/>
                <a:gd name="T10" fmla="*/ 40 w 877"/>
                <a:gd name="T11" fmla="*/ 31 h 159"/>
                <a:gd name="T12" fmla="*/ 40 w 877"/>
                <a:gd name="T13" fmla="*/ 130 h 159"/>
                <a:gd name="T14" fmla="*/ 837 w 877"/>
                <a:gd name="T15" fmla="*/ 130 h 159"/>
                <a:gd name="T16" fmla="*/ 837 w 877"/>
                <a:gd name="T17" fmla="*/ 145 h 159"/>
                <a:gd name="T18" fmla="*/ 0 w 877"/>
                <a:gd name="T19" fmla="*/ 145 h 159"/>
                <a:gd name="T20" fmla="*/ 0 w 877"/>
                <a:gd name="T21" fmla="*/ 159 h 159"/>
                <a:gd name="T22" fmla="*/ 837 w 877"/>
                <a:gd name="T23" fmla="*/ 159 h 159"/>
                <a:gd name="T24" fmla="*/ 877 w 877"/>
                <a:gd name="T25" fmla="*/ 159 h 159"/>
                <a:gd name="T26" fmla="*/ 877 w 877"/>
                <a:gd name="T27" fmla="*/ 145 h 159"/>
                <a:gd name="T28" fmla="*/ 877 w 877"/>
                <a:gd name="T29" fmla="*/ 130 h 159"/>
                <a:gd name="T30" fmla="*/ 877 w 877"/>
                <a:gd name="T31" fmla="*/ 31 h 159"/>
                <a:gd name="T32" fmla="*/ 877 w 877"/>
                <a:gd name="T33" fmla="*/ 15 h 159"/>
                <a:gd name="T34" fmla="*/ 877 w 877"/>
                <a:gd name="T35" fmla="*/ 0 h 159"/>
                <a:gd name="T36" fmla="*/ 837 w 877"/>
                <a:gd name="T37" fmla="*/ 0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77" h="159">
                  <a:moveTo>
                    <a:pt x="837" y="0"/>
                  </a:moveTo>
                  <a:lnTo>
                    <a:pt x="0" y="0"/>
                  </a:lnTo>
                  <a:lnTo>
                    <a:pt x="0" y="15"/>
                  </a:lnTo>
                  <a:lnTo>
                    <a:pt x="837" y="15"/>
                  </a:lnTo>
                  <a:lnTo>
                    <a:pt x="837" y="31"/>
                  </a:lnTo>
                  <a:lnTo>
                    <a:pt x="40" y="31"/>
                  </a:lnTo>
                  <a:lnTo>
                    <a:pt x="40" y="130"/>
                  </a:lnTo>
                  <a:lnTo>
                    <a:pt x="837" y="130"/>
                  </a:lnTo>
                  <a:lnTo>
                    <a:pt x="837" y="145"/>
                  </a:lnTo>
                  <a:lnTo>
                    <a:pt x="0" y="145"/>
                  </a:lnTo>
                  <a:lnTo>
                    <a:pt x="0" y="159"/>
                  </a:lnTo>
                  <a:lnTo>
                    <a:pt x="837" y="159"/>
                  </a:lnTo>
                  <a:lnTo>
                    <a:pt x="877" y="159"/>
                  </a:lnTo>
                  <a:lnTo>
                    <a:pt x="877" y="145"/>
                  </a:lnTo>
                  <a:lnTo>
                    <a:pt x="877" y="130"/>
                  </a:lnTo>
                  <a:lnTo>
                    <a:pt x="877" y="31"/>
                  </a:lnTo>
                  <a:lnTo>
                    <a:pt x="877" y="15"/>
                  </a:lnTo>
                  <a:lnTo>
                    <a:pt x="877" y="0"/>
                  </a:lnTo>
                  <a:lnTo>
                    <a:pt x="837" y="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68572" tIns="34287" rIns="68572" bIns="34287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GB" sz="675"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8" name="Freeform 24"/>
            <p:cNvSpPr>
              <a:spLocks/>
            </p:cNvSpPr>
            <p:nvPr/>
          </p:nvSpPr>
          <p:spPr bwMode="auto">
            <a:xfrm>
              <a:off x="6452219" y="5327931"/>
              <a:ext cx="650230" cy="117752"/>
            </a:xfrm>
            <a:custGeom>
              <a:avLst/>
              <a:gdLst>
                <a:gd name="T0" fmla="*/ 837 w 878"/>
                <a:gd name="T1" fmla="*/ 0 h 159"/>
                <a:gd name="T2" fmla="*/ 0 w 878"/>
                <a:gd name="T3" fmla="*/ 0 h 159"/>
                <a:gd name="T4" fmla="*/ 0 w 878"/>
                <a:gd name="T5" fmla="*/ 15 h 159"/>
                <a:gd name="T6" fmla="*/ 837 w 878"/>
                <a:gd name="T7" fmla="*/ 15 h 159"/>
                <a:gd name="T8" fmla="*/ 837 w 878"/>
                <a:gd name="T9" fmla="*/ 31 h 159"/>
                <a:gd name="T10" fmla="*/ 40 w 878"/>
                <a:gd name="T11" fmla="*/ 31 h 159"/>
                <a:gd name="T12" fmla="*/ 40 w 878"/>
                <a:gd name="T13" fmla="*/ 130 h 159"/>
                <a:gd name="T14" fmla="*/ 837 w 878"/>
                <a:gd name="T15" fmla="*/ 130 h 159"/>
                <a:gd name="T16" fmla="*/ 837 w 878"/>
                <a:gd name="T17" fmla="*/ 145 h 159"/>
                <a:gd name="T18" fmla="*/ 0 w 878"/>
                <a:gd name="T19" fmla="*/ 145 h 159"/>
                <a:gd name="T20" fmla="*/ 0 w 878"/>
                <a:gd name="T21" fmla="*/ 159 h 159"/>
                <a:gd name="T22" fmla="*/ 837 w 878"/>
                <a:gd name="T23" fmla="*/ 159 h 159"/>
                <a:gd name="T24" fmla="*/ 878 w 878"/>
                <a:gd name="T25" fmla="*/ 159 h 159"/>
                <a:gd name="T26" fmla="*/ 878 w 878"/>
                <a:gd name="T27" fmla="*/ 145 h 159"/>
                <a:gd name="T28" fmla="*/ 878 w 878"/>
                <a:gd name="T29" fmla="*/ 130 h 159"/>
                <a:gd name="T30" fmla="*/ 878 w 878"/>
                <a:gd name="T31" fmla="*/ 31 h 159"/>
                <a:gd name="T32" fmla="*/ 878 w 878"/>
                <a:gd name="T33" fmla="*/ 15 h 159"/>
                <a:gd name="T34" fmla="*/ 878 w 878"/>
                <a:gd name="T35" fmla="*/ 0 h 159"/>
                <a:gd name="T36" fmla="*/ 837 w 878"/>
                <a:gd name="T37" fmla="*/ 0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78" h="159">
                  <a:moveTo>
                    <a:pt x="837" y="0"/>
                  </a:moveTo>
                  <a:lnTo>
                    <a:pt x="0" y="0"/>
                  </a:lnTo>
                  <a:lnTo>
                    <a:pt x="0" y="15"/>
                  </a:lnTo>
                  <a:lnTo>
                    <a:pt x="837" y="15"/>
                  </a:lnTo>
                  <a:lnTo>
                    <a:pt x="837" y="31"/>
                  </a:lnTo>
                  <a:lnTo>
                    <a:pt x="40" y="31"/>
                  </a:lnTo>
                  <a:lnTo>
                    <a:pt x="40" y="130"/>
                  </a:lnTo>
                  <a:lnTo>
                    <a:pt x="837" y="130"/>
                  </a:lnTo>
                  <a:lnTo>
                    <a:pt x="837" y="145"/>
                  </a:lnTo>
                  <a:lnTo>
                    <a:pt x="0" y="145"/>
                  </a:lnTo>
                  <a:lnTo>
                    <a:pt x="0" y="159"/>
                  </a:lnTo>
                  <a:lnTo>
                    <a:pt x="837" y="159"/>
                  </a:lnTo>
                  <a:lnTo>
                    <a:pt x="878" y="159"/>
                  </a:lnTo>
                  <a:lnTo>
                    <a:pt x="878" y="145"/>
                  </a:lnTo>
                  <a:lnTo>
                    <a:pt x="878" y="130"/>
                  </a:lnTo>
                  <a:lnTo>
                    <a:pt x="878" y="31"/>
                  </a:lnTo>
                  <a:lnTo>
                    <a:pt x="878" y="15"/>
                  </a:lnTo>
                  <a:lnTo>
                    <a:pt x="878" y="0"/>
                  </a:lnTo>
                  <a:lnTo>
                    <a:pt x="837" y="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68572" tIns="34287" rIns="68572" bIns="34287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GB" sz="675"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9" name="Freeform 25"/>
            <p:cNvSpPr>
              <a:spLocks/>
            </p:cNvSpPr>
            <p:nvPr/>
          </p:nvSpPr>
          <p:spPr bwMode="auto">
            <a:xfrm>
              <a:off x="6432964" y="4944310"/>
              <a:ext cx="650230" cy="117752"/>
            </a:xfrm>
            <a:custGeom>
              <a:avLst/>
              <a:gdLst>
                <a:gd name="T0" fmla="*/ 837 w 878"/>
                <a:gd name="T1" fmla="*/ 0 h 159"/>
                <a:gd name="T2" fmla="*/ 0 w 878"/>
                <a:gd name="T3" fmla="*/ 0 h 159"/>
                <a:gd name="T4" fmla="*/ 0 w 878"/>
                <a:gd name="T5" fmla="*/ 17 h 159"/>
                <a:gd name="T6" fmla="*/ 837 w 878"/>
                <a:gd name="T7" fmla="*/ 17 h 159"/>
                <a:gd name="T8" fmla="*/ 837 w 878"/>
                <a:gd name="T9" fmla="*/ 31 h 159"/>
                <a:gd name="T10" fmla="*/ 40 w 878"/>
                <a:gd name="T11" fmla="*/ 31 h 159"/>
                <a:gd name="T12" fmla="*/ 40 w 878"/>
                <a:gd name="T13" fmla="*/ 131 h 159"/>
                <a:gd name="T14" fmla="*/ 837 w 878"/>
                <a:gd name="T15" fmla="*/ 131 h 159"/>
                <a:gd name="T16" fmla="*/ 837 w 878"/>
                <a:gd name="T17" fmla="*/ 145 h 159"/>
                <a:gd name="T18" fmla="*/ 0 w 878"/>
                <a:gd name="T19" fmla="*/ 145 h 159"/>
                <a:gd name="T20" fmla="*/ 0 w 878"/>
                <a:gd name="T21" fmla="*/ 159 h 159"/>
                <a:gd name="T22" fmla="*/ 837 w 878"/>
                <a:gd name="T23" fmla="*/ 159 h 159"/>
                <a:gd name="T24" fmla="*/ 878 w 878"/>
                <a:gd name="T25" fmla="*/ 159 h 159"/>
                <a:gd name="T26" fmla="*/ 878 w 878"/>
                <a:gd name="T27" fmla="*/ 145 h 159"/>
                <a:gd name="T28" fmla="*/ 878 w 878"/>
                <a:gd name="T29" fmla="*/ 131 h 159"/>
                <a:gd name="T30" fmla="*/ 878 w 878"/>
                <a:gd name="T31" fmla="*/ 31 h 159"/>
                <a:gd name="T32" fmla="*/ 878 w 878"/>
                <a:gd name="T33" fmla="*/ 17 h 159"/>
                <a:gd name="T34" fmla="*/ 878 w 878"/>
                <a:gd name="T35" fmla="*/ 0 h 159"/>
                <a:gd name="T36" fmla="*/ 837 w 878"/>
                <a:gd name="T37" fmla="*/ 0 h 1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78" h="159">
                  <a:moveTo>
                    <a:pt x="837" y="0"/>
                  </a:moveTo>
                  <a:lnTo>
                    <a:pt x="0" y="0"/>
                  </a:lnTo>
                  <a:lnTo>
                    <a:pt x="0" y="17"/>
                  </a:lnTo>
                  <a:lnTo>
                    <a:pt x="837" y="17"/>
                  </a:lnTo>
                  <a:lnTo>
                    <a:pt x="837" y="31"/>
                  </a:lnTo>
                  <a:lnTo>
                    <a:pt x="40" y="31"/>
                  </a:lnTo>
                  <a:lnTo>
                    <a:pt x="40" y="131"/>
                  </a:lnTo>
                  <a:lnTo>
                    <a:pt x="837" y="131"/>
                  </a:lnTo>
                  <a:lnTo>
                    <a:pt x="837" y="145"/>
                  </a:lnTo>
                  <a:lnTo>
                    <a:pt x="0" y="145"/>
                  </a:lnTo>
                  <a:lnTo>
                    <a:pt x="0" y="159"/>
                  </a:lnTo>
                  <a:lnTo>
                    <a:pt x="837" y="159"/>
                  </a:lnTo>
                  <a:lnTo>
                    <a:pt x="878" y="159"/>
                  </a:lnTo>
                  <a:lnTo>
                    <a:pt x="878" y="145"/>
                  </a:lnTo>
                  <a:lnTo>
                    <a:pt x="878" y="131"/>
                  </a:lnTo>
                  <a:lnTo>
                    <a:pt x="878" y="31"/>
                  </a:lnTo>
                  <a:lnTo>
                    <a:pt x="878" y="17"/>
                  </a:lnTo>
                  <a:lnTo>
                    <a:pt x="878" y="0"/>
                  </a:lnTo>
                  <a:lnTo>
                    <a:pt x="837" y="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68572" tIns="34287" rIns="68572" bIns="34287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GB" sz="675"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0" name="Freeform 26"/>
            <p:cNvSpPr>
              <a:spLocks/>
            </p:cNvSpPr>
            <p:nvPr/>
          </p:nvSpPr>
          <p:spPr bwMode="auto">
            <a:xfrm>
              <a:off x="6387789" y="5182777"/>
              <a:ext cx="609498" cy="145154"/>
            </a:xfrm>
            <a:custGeom>
              <a:avLst/>
              <a:gdLst>
                <a:gd name="T0" fmla="*/ 785 w 823"/>
                <a:gd name="T1" fmla="*/ 0 h 196"/>
                <a:gd name="T2" fmla="*/ 0 w 823"/>
                <a:gd name="T3" fmla="*/ 0 h 196"/>
                <a:gd name="T4" fmla="*/ 0 w 823"/>
                <a:gd name="T5" fmla="*/ 19 h 196"/>
                <a:gd name="T6" fmla="*/ 785 w 823"/>
                <a:gd name="T7" fmla="*/ 19 h 196"/>
                <a:gd name="T8" fmla="*/ 785 w 823"/>
                <a:gd name="T9" fmla="*/ 38 h 196"/>
                <a:gd name="T10" fmla="*/ 38 w 823"/>
                <a:gd name="T11" fmla="*/ 38 h 196"/>
                <a:gd name="T12" fmla="*/ 38 w 823"/>
                <a:gd name="T13" fmla="*/ 161 h 196"/>
                <a:gd name="T14" fmla="*/ 785 w 823"/>
                <a:gd name="T15" fmla="*/ 161 h 196"/>
                <a:gd name="T16" fmla="*/ 785 w 823"/>
                <a:gd name="T17" fmla="*/ 177 h 196"/>
                <a:gd name="T18" fmla="*/ 0 w 823"/>
                <a:gd name="T19" fmla="*/ 177 h 196"/>
                <a:gd name="T20" fmla="*/ 0 w 823"/>
                <a:gd name="T21" fmla="*/ 196 h 196"/>
                <a:gd name="T22" fmla="*/ 785 w 823"/>
                <a:gd name="T23" fmla="*/ 196 h 196"/>
                <a:gd name="T24" fmla="*/ 823 w 823"/>
                <a:gd name="T25" fmla="*/ 196 h 196"/>
                <a:gd name="T26" fmla="*/ 823 w 823"/>
                <a:gd name="T27" fmla="*/ 177 h 196"/>
                <a:gd name="T28" fmla="*/ 823 w 823"/>
                <a:gd name="T29" fmla="*/ 161 h 196"/>
                <a:gd name="T30" fmla="*/ 823 w 823"/>
                <a:gd name="T31" fmla="*/ 38 h 196"/>
                <a:gd name="T32" fmla="*/ 823 w 823"/>
                <a:gd name="T33" fmla="*/ 19 h 196"/>
                <a:gd name="T34" fmla="*/ 823 w 823"/>
                <a:gd name="T35" fmla="*/ 0 h 196"/>
                <a:gd name="T36" fmla="*/ 785 w 823"/>
                <a:gd name="T37" fmla="*/ 0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23" h="196">
                  <a:moveTo>
                    <a:pt x="785" y="0"/>
                  </a:moveTo>
                  <a:lnTo>
                    <a:pt x="0" y="0"/>
                  </a:lnTo>
                  <a:lnTo>
                    <a:pt x="0" y="19"/>
                  </a:lnTo>
                  <a:lnTo>
                    <a:pt x="785" y="19"/>
                  </a:lnTo>
                  <a:lnTo>
                    <a:pt x="785" y="38"/>
                  </a:lnTo>
                  <a:lnTo>
                    <a:pt x="38" y="38"/>
                  </a:lnTo>
                  <a:lnTo>
                    <a:pt x="38" y="161"/>
                  </a:lnTo>
                  <a:lnTo>
                    <a:pt x="785" y="161"/>
                  </a:lnTo>
                  <a:lnTo>
                    <a:pt x="785" y="177"/>
                  </a:lnTo>
                  <a:lnTo>
                    <a:pt x="0" y="177"/>
                  </a:lnTo>
                  <a:lnTo>
                    <a:pt x="0" y="196"/>
                  </a:lnTo>
                  <a:lnTo>
                    <a:pt x="785" y="196"/>
                  </a:lnTo>
                  <a:lnTo>
                    <a:pt x="823" y="196"/>
                  </a:lnTo>
                  <a:lnTo>
                    <a:pt x="823" y="177"/>
                  </a:lnTo>
                  <a:lnTo>
                    <a:pt x="823" y="161"/>
                  </a:lnTo>
                  <a:lnTo>
                    <a:pt x="823" y="38"/>
                  </a:lnTo>
                  <a:lnTo>
                    <a:pt x="823" y="19"/>
                  </a:lnTo>
                  <a:lnTo>
                    <a:pt x="823" y="0"/>
                  </a:lnTo>
                  <a:lnTo>
                    <a:pt x="785" y="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68572" tIns="34287" rIns="68572" bIns="34287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GB" sz="675"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1" name="Freeform 27"/>
            <p:cNvSpPr>
              <a:spLocks/>
            </p:cNvSpPr>
            <p:nvPr/>
          </p:nvSpPr>
          <p:spPr bwMode="auto">
            <a:xfrm>
              <a:off x="6387789" y="5062063"/>
              <a:ext cx="649489" cy="117012"/>
            </a:xfrm>
            <a:custGeom>
              <a:avLst/>
              <a:gdLst>
                <a:gd name="T0" fmla="*/ 837 w 877"/>
                <a:gd name="T1" fmla="*/ 0 h 158"/>
                <a:gd name="T2" fmla="*/ 0 w 877"/>
                <a:gd name="T3" fmla="*/ 0 h 158"/>
                <a:gd name="T4" fmla="*/ 0 w 877"/>
                <a:gd name="T5" fmla="*/ 16 h 158"/>
                <a:gd name="T6" fmla="*/ 837 w 877"/>
                <a:gd name="T7" fmla="*/ 16 h 158"/>
                <a:gd name="T8" fmla="*/ 837 w 877"/>
                <a:gd name="T9" fmla="*/ 31 h 158"/>
                <a:gd name="T10" fmla="*/ 40 w 877"/>
                <a:gd name="T11" fmla="*/ 31 h 158"/>
                <a:gd name="T12" fmla="*/ 40 w 877"/>
                <a:gd name="T13" fmla="*/ 130 h 158"/>
                <a:gd name="T14" fmla="*/ 837 w 877"/>
                <a:gd name="T15" fmla="*/ 130 h 158"/>
                <a:gd name="T16" fmla="*/ 837 w 877"/>
                <a:gd name="T17" fmla="*/ 144 h 158"/>
                <a:gd name="T18" fmla="*/ 0 w 877"/>
                <a:gd name="T19" fmla="*/ 144 h 158"/>
                <a:gd name="T20" fmla="*/ 0 w 877"/>
                <a:gd name="T21" fmla="*/ 158 h 158"/>
                <a:gd name="T22" fmla="*/ 837 w 877"/>
                <a:gd name="T23" fmla="*/ 158 h 158"/>
                <a:gd name="T24" fmla="*/ 877 w 877"/>
                <a:gd name="T25" fmla="*/ 158 h 158"/>
                <a:gd name="T26" fmla="*/ 877 w 877"/>
                <a:gd name="T27" fmla="*/ 144 h 158"/>
                <a:gd name="T28" fmla="*/ 877 w 877"/>
                <a:gd name="T29" fmla="*/ 130 h 158"/>
                <a:gd name="T30" fmla="*/ 877 w 877"/>
                <a:gd name="T31" fmla="*/ 31 h 158"/>
                <a:gd name="T32" fmla="*/ 877 w 877"/>
                <a:gd name="T33" fmla="*/ 16 h 158"/>
                <a:gd name="T34" fmla="*/ 877 w 877"/>
                <a:gd name="T35" fmla="*/ 0 h 158"/>
                <a:gd name="T36" fmla="*/ 837 w 877"/>
                <a:gd name="T37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77" h="158">
                  <a:moveTo>
                    <a:pt x="837" y="0"/>
                  </a:moveTo>
                  <a:lnTo>
                    <a:pt x="0" y="0"/>
                  </a:lnTo>
                  <a:lnTo>
                    <a:pt x="0" y="16"/>
                  </a:lnTo>
                  <a:lnTo>
                    <a:pt x="837" y="16"/>
                  </a:lnTo>
                  <a:lnTo>
                    <a:pt x="837" y="31"/>
                  </a:lnTo>
                  <a:lnTo>
                    <a:pt x="40" y="31"/>
                  </a:lnTo>
                  <a:lnTo>
                    <a:pt x="40" y="130"/>
                  </a:lnTo>
                  <a:lnTo>
                    <a:pt x="837" y="130"/>
                  </a:lnTo>
                  <a:lnTo>
                    <a:pt x="837" y="144"/>
                  </a:lnTo>
                  <a:lnTo>
                    <a:pt x="0" y="144"/>
                  </a:lnTo>
                  <a:lnTo>
                    <a:pt x="0" y="158"/>
                  </a:lnTo>
                  <a:lnTo>
                    <a:pt x="837" y="158"/>
                  </a:lnTo>
                  <a:lnTo>
                    <a:pt x="877" y="158"/>
                  </a:lnTo>
                  <a:lnTo>
                    <a:pt x="877" y="144"/>
                  </a:lnTo>
                  <a:lnTo>
                    <a:pt x="877" y="130"/>
                  </a:lnTo>
                  <a:lnTo>
                    <a:pt x="877" y="31"/>
                  </a:lnTo>
                  <a:lnTo>
                    <a:pt x="877" y="16"/>
                  </a:lnTo>
                  <a:lnTo>
                    <a:pt x="877" y="0"/>
                  </a:lnTo>
                  <a:lnTo>
                    <a:pt x="837" y="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68572" tIns="34287" rIns="68572" bIns="34287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GB" sz="675"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2" name="Freeform 28"/>
            <p:cNvSpPr>
              <a:spLocks/>
            </p:cNvSpPr>
            <p:nvPr/>
          </p:nvSpPr>
          <p:spPr bwMode="auto">
            <a:xfrm>
              <a:off x="6584043" y="5445683"/>
              <a:ext cx="649489" cy="117012"/>
            </a:xfrm>
            <a:custGeom>
              <a:avLst/>
              <a:gdLst>
                <a:gd name="T0" fmla="*/ 834 w 877"/>
                <a:gd name="T1" fmla="*/ 0 h 158"/>
                <a:gd name="T2" fmla="*/ 0 w 877"/>
                <a:gd name="T3" fmla="*/ 0 h 158"/>
                <a:gd name="T4" fmla="*/ 0 w 877"/>
                <a:gd name="T5" fmla="*/ 14 h 158"/>
                <a:gd name="T6" fmla="*/ 834 w 877"/>
                <a:gd name="T7" fmla="*/ 14 h 158"/>
                <a:gd name="T8" fmla="*/ 834 w 877"/>
                <a:gd name="T9" fmla="*/ 31 h 158"/>
                <a:gd name="T10" fmla="*/ 40 w 877"/>
                <a:gd name="T11" fmla="*/ 31 h 158"/>
                <a:gd name="T12" fmla="*/ 40 w 877"/>
                <a:gd name="T13" fmla="*/ 130 h 158"/>
                <a:gd name="T14" fmla="*/ 834 w 877"/>
                <a:gd name="T15" fmla="*/ 130 h 158"/>
                <a:gd name="T16" fmla="*/ 834 w 877"/>
                <a:gd name="T17" fmla="*/ 144 h 158"/>
                <a:gd name="T18" fmla="*/ 0 w 877"/>
                <a:gd name="T19" fmla="*/ 144 h 158"/>
                <a:gd name="T20" fmla="*/ 0 w 877"/>
                <a:gd name="T21" fmla="*/ 158 h 158"/>
                <a:gd name="T22" fmla="*/ 834 w 877"/>
                <a:gd name="T23" fmla="*/ 158 h 158"/>
                <a:gd name="T24" fmla="*/ 877 w 877"/>
                <a:gd name="T25" fmla="*/ 158 h 158"/>
                <a:gd name="T26" fmla="*/ 877 w 877"/>
                <a:gd name="T27" fmla="*/ 144 h 158"/>
                <a:gd name="T28" fmla="*/ 877 w 877"/>
                <a:gd name="T29" fmla="*/ 130 h 158"/>
                <a:gd name="T30" fmla="*/ 877 w 877"/>
                <a:gd name="T31" fmla="*/ 31 h 158"/>
                <a:gd name="T32" fmla="*/ 877 w 877"/>
                <a:gd name="T33" fmla="*/ 14 h 158"/>
                <a:gd name="T34" fmla="*/ 877 w 877"/>
                <a:gd name="T35" fmla="*/ 0 h 158"/>
                <a:gd name="T36" fmla="*/ 834 w 877"/>
                <a:gd name="T37" fmla="*/ 0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877" h="158">
                  <a:moveTo>
                    <a:pt x="834" y="0"/>
                  </a:moveTo>
                  <a:lnTo>
                    <a:pt x="0" y="0"/>
                  </a:lnTo>
                  <a:lnTo>
                    <a:pt x="0" y="14"/>
                  </a:lnTo>
                  <a:lnTo>
                    <a:pt x="834" y="14"/>
                  </a:lnTo>
                  <a:lnTo>
                    <a:pt x="834" y="31"/>
                  </a:lnTo>
                  <a:lnTo>
                    <a:pt x="40" y="31"/>
                  </a:lnTo>
                  <a:lnTo>
                    <a:pt x="40" y="130"/>
                  </a:lnTo>
                  <a:lnTo>
                    <a:pt x="834" y="130"/>
                  </a:lnTo>
                  <a:lnTo>
                    <a:pt x="834" y="144"/>
                  </a:lnTo>
                  <a:lnTo>
                    <a:pt x="0" y="144"/>
                  </a:lnTo>
                  <a:lnTo>
                    <a:pt x="0" y="158"/>
                  </a:lnTo>
                  <a:lnTo>
                    <a:pt x="834" y="158"/>
                  </a:lnTo>
                  <a:lnTo>
                    <a:pt x="877" y="158"/>
                  </a:lnTo>
                  <a:lnTo>
                    <a:pt x="877" y="144"/>
                  </a:lnTo>
                  <a:lnTo>
                    <a:pt x="877" y="130"/>
                  </a:lnTo>
                  <a:lnTo>
                    <a:pt x="877" y="31"/>
                  </a:lnTo>
                  <a:lnTo>
                    <a:pt x="877" y="14"/>
                  </a:lnTo>
                  <a:lnTo>
                    <a:pt x="877" y="0"/>
                  </a:lnTo>
                  <a:lnTo>
                    <a:pt x="834" y="0"/>
                  </a:lnTo>
                  <a:close/>
                </a:path>
              </a:pathLst>
            </a:custGeom>
            <a:solidFill>
              <a:schemeClr val="tx2">
                <a:lumMod val="40000"/>
                <a:lumOff val="60000"/>
              </a:schemeClr>
            </a:solidFill>
            <a:ln>
              <a:noFill/>
            </a:ln>
          </p:spPr>
          <p:txBody>
            <a:bodyPr vert="horz" wrap="square" lIns="68572" tIns="34287" rIns="68572" bIns="34287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GB" sz="675"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3" name="Freeform 138"/>
            <p:cNvSpPr>
              <a:spLocks/>
            </p:cNvSpPr>
            <p:nvPr/>
          </p:nvSpPr>
          <p:spPr bwMode="auto">
            <a:xfrm>
              <a:off x="3629126" y="3832699"/>
              <a:ext cx="791681" cy="791680"/>
            </a:xfrm>
            <a:custGeom>
              <a:avLst/>
              <a:gdLst>
                <a:gd name="T0" fmla="*/ 372 w 452"/>
                <a:gd name="T1" fmla="*/ 372 h 452"/>
                <a:gd name="T2" fmla="*/ 81 w 452"/>
                <a:gd name="T3" fmla="*/ 372 h 452"/>
                <a:gd name="T4" fmla="*/ 81 w 452"/>
                <a:gd name="T5" fmla="*/ 81 h 452"/>
                <a:gd name="T6" fmla="*/ 372 w 452"/>
                <a:gd name="T7" fmla="*/ 81 h 452"/>
                <a:gd name="T8" fmla="*/ 372 w 452"/>
                <a:gd name="T9" fmla="*/ 372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2" h="452">
                  <a:moveTo>
                    <a:pt x="372" y="372"/>
                  </a:moveTo>
                  <a:cubicBezTo>
                    <a:pt x="291" y="452"/>
                    <a:pt x="161" y="452"/>
                    <a:pt x="81" y="372"/>
                  </a:cubicBezTo>
                  <a:cubicBezTo>
                    <a:pt x="0" y="291"/>
                    <a:pt x="0" y="161"/>
                    <a:pt x="81" y="81"/>
                  </a:cubicBezTo>
                  <a:cubicBezTo>
                    <a:pt x="161" y="0"/>
                    <a:pt x="291" y="0"/>
                    <a:pt x="372" y="81"/>
                  </a:cubicBezTo>
                  <a:cubicBezTo>
                    <a:pt x="452" y="161"/>
                    <a:pt x="452" y="291"/>
                    <a:pt x="372" y="37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68572" tIns="34287" rIns="68572" bIns="34287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GB" sz="675"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4" name="Freeform 139"/>
            <p:cNvSpPr>
              <a:spLocks/>
            </p:cNvSpPr>
            <p:nvPr/>
          </p:nvSpPr>
          <p:spPr bwMode="auto">
            <a:xfrm>
              <a:off x="7198724" y="2353761"/>
              <a:ext cx="791681" cy="791680"/>
            </a:xfrm>
            <a:custGeom>
              <a:avLst/>
              <a:gdLst>
                <a:gd name="T0" fmla="*/ 372 w 452"/>
                <a:gd name="T1" fmla="*/ 372 h 452"/>
                <a:gd name="T2" fmla="*/ 80 w 452"/>
                <a:gd name="T3" fmla="*/ 372 h 452"/>
                <a:gd name="T4" fmla="*/ 80 w 452"/>
                <a:gd name="T5" fmla="*/ 81 h 452"/>
                <a:gd name="T6" fmla="*/ 372 w 452"/>
                <a:gd name="T7" fmla="*/ 81 h 452"/>
                <a:gd name="T8" fmla="*/ 372 w 452"/>
                <a:gd name="T9" fmla="*/ 372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2" h="452">
                  <a:moveTo>
                    <a:pt x="372" y="372"/>
                  </a:moveTo>
                  <a:cubicBezTo>
                    <a:pt x="291" y="452"/>
                    <a:pt x="161" y="452"/>
                    <a:pt x="80" y="372"/>
                  </a:cubicBezTo>
                  <a:cubicBezTo>
                    <a:pt x="0" y="291"/>
                    <a:pt x="0" y="161"/>
                    <a:pt x="80" y="81"/>
                  </a:cubicBezTo>
                  <a:cubicBezTo>
                    <a:pt x="161" y="0"/>
                    <a:pt x="291" y="0"/>
                    <a:pt x="372" y="81"/>
                  </a:cubicBezTo>
                  <a:cubicBezTo>
                    <a:pt x="452" y="161"/>
                    <a:pt x="452" y="291"/>
                    <a:pt x="372" y="37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68572" tIns="34287" rIns="68572" bIns="34287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GB" sz="675"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5" name="Freeform 140"/>
            <p:cNvSpPr>
              <a:spLocks/>
            </p:cNvSpPr>
            <p:nvPr/>
          </p:nvSpPr>
          <p:spPr bwMode="auto">
            <a:xfrm>
              <a:off x="5720526" y="1742782"/>
              <a:ext cx="791681" cy="791680"/>
            </a:xfrm>
            <a:custGeom>
              <a:avLst/>
              <a:gdLst>
                <a:gd name="T0" fmla="*/ 372 w 452"/>
                <a:gd name="T1" fmla="*/ 371 h 452"/>
                <a:gd name="T2" fmla="*/ 80 w 452"/>
                <a:gd name="T3" fmla="*/ 371 h 452"/>
                <a:gd name="T4" fmla="*/ 80 w 452"/>
                <a:gd name="T5" fmla="*/ 80 h 452"/>
                <a:gd name="T6" fmla="*/ 372 w 452"/>
                <a:gd name="T7" fmla="*/ 80 h 452"/>
                <a:gd name="T8" fmla="*/ 372 w 452"/>
                <a:gd name="T9" fmla="*/ 371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2" h="452">
                  <a:moveTo>
                    <a:pt x="372" y="371"/>
                  </a:moveTo>
                  <a:cubicBezTo>
                    <a:pt x="291" y="452"/>
                    <a:pt x="161" y="452"/>
                    <a:pt x="80" y="371"/>
                  </a:cubicBezTo>
                  <a:cubicBezTo>
                    <a:pt x="0" y="291"/>
                    <a:pt x="0" y="160"/>
                    <a:pt x="80" y="80"/>
                  </a:cubicBezTo>
                  <a:cubicBezTo>
                    <a:pt x="161" y="0"/>
                    <a:pt x="291" y="0"/>
                    <a:pt x="372" y="80"/>
                  </a:cubicBezTo>
                  <a:cubicBezTo>
                    <a:pt x="452" y="160"/>
                    <a:pt x="452" y="291"/>
                    <a:pt x="372" y="37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vert="horz" wrap="square" lIns="68572" tIns="34287" rIns="68572" bIns="34287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GB" sz="675"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6" name="Freeform 141"/>
            <p:cNvSpPr>
              <a:spLocks/>
            </p:cNvSpPr>
            <p:nvPr/>
          </p:nvSpPr>
          <p:spPr bwMode="auto">
            <a:xfrm>
              <a:off x="4242327" y="2353761"/>
              <a:ext cx="791681" cy="791680"/>
            </a:xfrm>
            <a:custGeom>
              <a:avLst/>
              <a:gdLst>
                <a:gd name="T0" fmla="*/ 372 w 452"/>
                <a:gd name="T1" fmla="*/ 372 h 452"/>
                <a:gd name="T2" fmla="*/ 80 w 452"/>
                <a:gd name="T3" fmla="*/ 372 h 452"/>
                <a:gd name="T4" fmla="*/ 80 w 452"/>
                <a:gd name="T5" fmla="*/ 81 h 452"/>
                <a:gd name="T6" fmla="*/ 372 w 452"/>
                <a:gd name="T7" fmla="*/ 81 h 452"/>
                <a:gd name="T8" fmla="*/ 372 w 452"/>
                <a:gd name="T9" fmla="*/ 372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2" h="452">
                  <a:moveTo>
                    <a:pt x="372" y="372"/>
                  </a:moveTo>
                  <a:cubicBezTo>
                    <a:pt x="291" y="452"/>
                    <a:pt x="161" y="452"/>
                    <a:pt x="80" y="372"/>
                  </a:cubicBezTo>
                  <a:cubicBezTo>
                    <a:pt x="0" y="291"/>
                    <a:pt x="0" y="161"/>
                    <a:pt x="80" y="81"/>
                  </a:cubicBezTo>
                  <a:cubicBezTo>
                    <a:pt x="161" y="0"/>
                    <a:pt x="291" y="0"/>
                    <a:pt x="372" y="81"/>
                  </a:cubicBezTo>
                  <a:cubicBezTo>
                    <a:pt x="452" y="161"/>
                    <a:pt x="452" y="291"/>
                    <a:pt x="372" y="37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68572" tIns="34287" rIns="68572" bIns="34287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GB" sz="675"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7" name="Freeform 142"/>
            <p:cNvSpPr>
              <a:spLocks/>
            </p:cNvSpPr>
            <p:nvPr/>
          </p:nvSpPr>
          <p:spPr bwMode="auto">
            <a:xfrm>
              <a:off x="7811184" y="3832699"/>
              <a:ext cx="791681" cy="791680"/>
            </a:xfrm>
            <a:custGeom>
              <a:avLst/>
              <a:gdLst>
                <a:gd name="T0" fmla="*/ 371 w 452"/>
                <a:gd name="T1" fmla="*/ 372 h 452"/>
                <a:gd name="T2" fmla="*/ 80 w 452"/>
                <a:gd name="T3" fmla="*/ 372 h 452"/>
                <a:gd name="T4" fmla="*/ 80 w 452"/>
                <a:gd name="T5" fmla="*/ 81 h 452"/>
                <a:gd name="T6" fmla="*/ 371 w 452"/>
                <a:gd name="T7" fmla="*/ 81 h 452"/>
                <a:gd name="T8" fmla="*/ 371 w 452"/>
                <a:gd name="T9" fmla="*/ 372 h 4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52" h="452">
                  <a:moveTo>
                    <a:pt x="371" y="372"/>
                  </a:moveTo>
                  <a:cubicBezTo>
                    <a:pt x="291" y="452"/>
                    <a:pt x="161" y="452"/>
                    <a:pt x="80" y="372"/>
                  </a:cubicBezTo>
                  <a:cubicBezTo>
                    <a:pt x="0" y="291"/>
                    <a:pt x="0" y="161"/>
                    <a:pt x="80" y="81"/>
                  </a:cubicBezTo>
                  <a:cubicBezTo>
                    <a:pt x="161" y="0"/>
                    <a:pt x="291" y="0"/>
                    <a:pt x="371" y="81"/>
                  </a:cubicBezTo>
                  <a:cubicBezTo>
                    <a:pt x="452" y="161"/>
                    <a:pt x="452" y="291"/>
                    <a:pt x="371" y="37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68572" tIns="34287" rIns="68572" bIns="34287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GB" sz="675"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8" name="Freeform 143"/>
            <p:cNvSpPr>
              <a:spLocks/>
            </p:cNvSpPr>
            <p:nvPr/>
          </p:nvSpPr>
          <p:spPr bwMode="auto">
            <a:xfrm>
              <a:off x="8086680" y="3042500"/>
              <a:ext cx="570247" cy="570987"/>
            </a:xfrm>
            <a:custGeom>
              <a:avLst/>
              <a:gdLst>
                <a:gd name="T0" fmla="*/ 268 w 326"/>
                <a:gd name="T1" fmla="*/ 268 h 326"/>
                <a:gd name="T2" fmla="*/ 58 w 326"/>
                <a:gd name="T3" fmla="*/ 268 h 326"/>
                <a:gd name="T4" fmla="*/ 58 w 326"/>
                <a:gd name="T5" fmla="*/ 58 h 326"/>
                <a:gd name="T6" fmla="*/ 268 w 326"/>
                <a:gd name="T7" fmla="*/ 58 h 326"/>
                <a:gd name="T8" fmla="*/ 268 w 326"/>
                <a:gd name="T9" fmla="*/ 268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6" h="326">
                  <a:moveTo>
                    <a:pt x="268" y="268"/>
                  </a:moveTo>
                  <a:cubicBezTo>
                    <a:pt x="210" y="326"/>
                    <a:pt x="116" y="326"/>
                    <a:pt x="58" y="268"/>
                  </a:cubicBezTo>
                  <a:cubicBezTo>
                    <a:pt x="0" y="210"/>
                    <a:pt x="0" y="116"/>
                    <a:pt x="58" y="58"/>
                  </a:cubicBezTo>
                  <a:cubicBezTo>
                    <a:pt x="116" y="0"/>
                    <a:pt x="210" y="0"/>
                    <a:pt x="268" y="58"/>
                  </a:cubicBezTo>
                  <a:cubicBezTo>
                    <a:pt x="326" y="116"/>
                    <a:pt x="326" y="210"/>
                    <a:pt x="268" y="268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vert="horz" wrap="square" lIns="68572" tIns="34287" rIns="68572" bIns="34287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GB" sz="675"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9" name="Freeform 144"/>
            <p:cNvSpPr>
              <a:spLocks/>
            </p:cNvSpPr>
            <p:nvPr/>
          </p:nvSpPr>
          <p:spPr bwMode="auto">
            <a:xfrm>
              <a:off x="6757338" y="1733895"/>
              <a:ext cx="568766" cy="569506"/>
            </a:xfrm>
            <a:custGeom>
              <a:avLst/>
              <a:gdLst>
                <a:gd name="T0" fmla="*/ 268 w 325"/>
                <a:gd name="T1" fmla="*/ 268 h 325"/>
                <a:gd name="T2" fmla="*/ 58 w 325"/>
                <a:gd name="T3" fmla="*/ 268 h 325"/>
                <a:gd name="T4" fmla="*/ 58 w 325"/>
                <a:gd name="T5" fmla="*/ 58 h 325"/>
                <a:gd name="T6" fmla="*/ 268 w 325"/>
                <a:gd name="T7" fmla="*/ 58 h 325"/>
                <a:gd name="T8" fmla="*/ 268 w 325"/>
                <a:gd name="T9" fmla="*/ 268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5" h="325">
                  <a:moveTo>
                    <a:pt x="268" y="268"/>
                  </a:moveTo>
                  <a:cubicBezTo>
                    <a:pt x="210" y="325"/>
                    <a:pt x="116" y="325"/>
                    <a:pt x="58" y="268"/>
                  </a:cubicBezTo>
                  <a:cubicBezTo>
                    <a:pt x="0" y="210"/>
                    <a:pt x="0" y="116"/>
                    <a:pt x="58" y="58"/>
                  </a:cubicBezTo>
                  <a:cubicBezTo>
                    <a:pt x="116" y="0"/>
                    <a:pt x="210" y="0"/>
                    <a:pt x="268" y="58"/>
                  </a:cubicBezTo>
                  <a:cubicBezTo>
                    <a:pt x="325" y="116"/>
                    <a:pt x="325" y="210"/>
                    <a:pt x="268" y="26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68572" tIns="34287" rIns="68572" bIns="34287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GB" sz="675"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0" name="Freeform 145"/>
            <p:cNvSpPr>
              <a:spLocks/>
            </p:cNvSpPr>
            <p:nvPr/>
          </p:nvSpPr>
          <p:spPr bwMode="auto">
            <a:xfrm>
              <a:off x="4890335" y="1723527"/>
              <a:ext cx="568766" cy="570987"/>
            </a:xfrm>
            <a:custGeom>
              <a:avLst/>
              <a:gdLst>
                <a:gd name="T0" fmla="*/ 267 w 325"/>
                <a:gd name="T1" fmla="*/ 268 h 326"/>
                <a:gd name="T2" fmla="*/ 57 w 325"/>
                <a:gd name="T3" fmla="*/ 268 h 326"/>
                <a:gd name="T4" fmla="*/ 57 w 325"/>
                <a:gd name="T5" fmla="*/ 58 h 326"/>
                <a:gd name="T6" fmla="*/ 267 w 325"/>
                <a:gd name="T7" fmla="*/ 58 h 326"/>
                <a:gd name="T8" fmla="*/ 267 w 325"/>
                <a:gd name="T9" fmla="*/ 268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5" h="326">
                  <a:moveTo>
                    <a:pt x="267" y="268"/>
                  </a:moveTo>
                  <a:cubicBezTo>
                    <a:pt x="209" y="326"/>
                    <a:pt x="115" y="326"/>
                    <a:pt x="57" y="268"/>
                  </a:cubicBezTo>
                  <a:cubicBezTo>
                    <a:pt x="0" y="210"/>
                    <a:pt x="0" y="116"/>
                    <a:pt x="57" y="58"/>
                  </a:cubicBezTo>
                  <a:cubicBezTo>
                    <a:pt x="115" y="0"/>
                    <a:pt x="209" y="0"/>
                    <a:pt x="267" y="58"/>
                  </a:cubicBezTo>
                  <a:cubicBezTo>
                    <a:pt x="325" y="116"/>
                    <a:pt x="325" y="210"/>
                    <a:pt x="267" y="268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vert="horz" wrap="square" lIns="68572" tIns="34287" rIns="68572" bIns="34287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GB" sz="675"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1" name="Freeform 146"/>
            <p:cNvSpPr>
              <a:spLocks/>
            </p:cNvSpPr>
            <p:nvPr/>
          </p:nvSpPr>
          <p:spPr bwMode="auto">
            <a:xfrm>
              <a:off x="3534332" y="3009174"/>
              <a:ext cx="569506" cy="569506"/>
            </a:xfrm>
            <a:custGeom>
              <a:avLst/>
              <a:gdLst>
                <a:gd name="T0" fmla="*/ 267 w 325"/>
                <a:gd name="T1" fmla="*/ 267 h 325"/>
                <a:gd name="T2" fmla="*/ 58 w 325"/>
                <a:gd name="T3" fmla="*/ 267 h 325"/>
                <a:gd name="T4" fmla="*/ 58 w 325"/>
                <a:gd name="T5" fmla="*/ 58 h 325"/>
                <a:gd name="T6" fmla="*/ 267 w 325"/>
                <a:gd name="T7" fmla="*/ 58 h 325"/>
                <a:gd name="T8" fmla="*/ 267 w 325"/>
                <a:gd name="T9" fmla="*/ 267 h 3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25" h="325">
                  <a:moveTo>
                    <a:pt x="267" y="267"/>
                  </a:moveTo>
                  <a:cubicBezTo>
                    <a:pt x="210" y="325"/>
                    <a:pt x="116" y="325"/>
                    <a:pt x="58" y="267"/>
                  </a:cubicBezTo>
                  <a:cubicBezTo>
                    <a:pt x="0" y="209"/>
                    <a:pt x="0" y="116"/>
                    <a:pt x="58" y="58"/>
                  </a:cubicBezTo>
                  <a:cubicBezTo>
                    <a:pt x="116" y="0"/>
                    <a:pt x="210" y="0"/>
                    <a:pt x="267" y="58"/>
                  </a:cubicBezTo>
                  <a:cubicBezTo>
                    <a:pt x="325" y="116"/>
                    <a:pt x="325" y="209"/>
                    <a:pt x="267" y="267"/>
                  </a:cubicBezTo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 vert="horz" wrap="square" lIns="68572" tIns="34287" rIns="68572" bIns="34287" numCol="1" anchor="t" anchorCtr="0" compatLnSpc="1">
              <a:prstTxWarp prst="textNoShape">
                <a:avLst/>
              </a:prstTxWarp>
            </a:bodyPr>
            <a:lstStyle/>
            <a:p>
              <a:pPr algn="just">
                <a:lnSpc>
                  <a:spcPct val="120000"/>
                </a:lnSpc>
              </a:pPr>
              <a:endParaRPr lang="en-GB" sz="675"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2" name="Freeform 147"/>
            <p:cNvSpPr>
              <a:spLocks noEditPoints="1"/>
            </p:cNvSpPr>
            <p:nvPr/>
          </p:nvSpPr>
          <p:spPr bwMode="auto">
            <a:xfrm>
              <a:off x="4513433" y="2573503"/>
              <a:ext cx="249468" cy="345530"/>
            </a:xfrm>
            <a:custGeom>
              <a:avLst/>
              <a:gdLst>
                <a:gd name="T0" fmla="*/ 62 w 81"/>
                <a:gd name="T1" fmla="*/ 37 h 112"/>
                <a:gd name="T2" fmla="*/ 74 w 81"/>
                <a:gd name="T3" fmla="*/ 36 h 112"/>
                <a:gd name="T4" fmla="*/ 69 w 81"/>
                <a:gd name="T5" fmla="*/ 43 h 112"/>
                <a:gd name="T6" fmla="*/ 69 w 81"/>
                <a:gd name="T7" fmla="*/ 100 h 112"/>
                <a:gd name="T8" fmla="*/ 12 w 81"/>
                <a:gd name="T9" fmla="*/ 100 h 112"/>
                <a:gd name="T10" fmla="*/ 12 w 81"/>
                <a:gd name="T11" fmla="*/ 43 h 112"/>
                <a:gd name="T12" fmla="*/ 36 w 81"/>
                <a:gd name="T13" fmla="*/ 27 h 112"/>
                <a:gd name="T14" fmla="*/ 29 w 81"/>
                <a:gd name="T15" fmla="*/ 21 h 112"/>
                <a:gd name="T16" fmla="*/ 22 w 81"/>
                <a:gd name="T17" fmla="*/ 12 h 112"/>
                <a:gd name="T18" fmla="*/ 41 w 81"/>
                <a:gd name="T19" fmla="*/ 0 h 112"/>
                <a:gd name="T20" fmla="*/ 59 w 81"/>
                <a:gd name="T21" fmla="*/ 12 h 112"/>
                <a:gd name="T22" fmla="*/ 52 w 81"/>
                <a:gd name="T23" fmla="*/ 21 h 112"/>
                <a:gd name="T24" fmla="*/ 45 w 81"/>
                <a:gd name="T25" fmla="*/ 27 h 112"/>
                <a:gd name="T26" fmla="*/ 29 w 81"/>
                <a:gd name="T27" fmla="*/ 15 h 112"/>
                <a:gd name="T28" fmla="*/ 52 w 81"/>
                <a:gd name="T29" fmla="*/ 14 h 112"/>
                <a:gd name="T30" fmla="*/ 53 w 81"/>
                <a:gd name="T31" fmla="*/ 12 h 112"/>
                <a:gd name="T32" fmla="*/ 41 w 81"/>
                <a:gd name="T33" fmla="*/ 5 h 112"/>
                <a:gd name="T34" fmla="*/ 28 w 81"/>
                <a:gd name="T35" fmla="*/ 12 h 112"/>
                <a:gd name="T36" fmla="*/ 20 w 81"/>
                <a:gd name="T37" fmla="*/ 53 h 112"/>
                <a:gd name="T38" fmla="*/ 27 w 81"/>
                <a:gd name="T39" fmla="*/ 56 h 112"/>
                <a:gd name="T40" fmla="*/ 20 w 81"/>
                <a:gd name="T41" fmla="*/ 53 h 112"/>
                <a:gd name="T42" fmla="*/ 27 w 81"/>
                <a:gd name="T43" fmla="*/ 87 h 112"/>
                <a:gd name="T44" fmla="*/ 20 w 81"/>
                <a:gd name="T45" fmla="*/ 90 h 112"/>
                <a:gd name="T46" fmla="*/ 61 w 81"/>
                <a:gd name="T47" fmla="*/ 90 h 112"/>
                <a:gd name="T48" fmla="*/ 54 w 81"/>
                <a:gd name="T49" fmla="*/ 87 h 112"/>
                <a:gd name="T50" fmla="*/ 61 w 81"/>
                <a:gd name="T51" fmla="*/ 90 h 112"/>
                <a:gd name="T52" fmla="*/ 61 w 81"/>
                <a:gd name="T53" fmla="*/ 70 h 112"/>
                <a:gd name="T54" fmla="*/ 68 w 81"/>
                <a:gd name="T55" fmla="*/ 73 h 112"/>
                <a:gd name="T56" fmla="*/ 42 w 81"/>
                <a:gd name="T57" fmla="*/ 99 h 112"/>
                <a:gd name="T58" fmla="*/ 39 w 81"/>
                <a:gd name="T59" fmla="*/ 92 h 112"/>
                <a:gd name="T60" fmla="*/ 42 w 81"/>
                <a:gd name="T61" fmla="*/ 99 h 112"/>
                <a:gd name="T62" fmla="*/ 20 w 81"/>
                <a:gd name="T63" fmla="*/ 73 h 112"/>
                <a:gd name="T64" fmla="*/ 13 w 81"/>
                <a:gd name="T65" fmla="*/ 70 h 112"/>
                <a:gd name="T66" fmla="*/ 39 w 81"/>
                <a:gd name="T67" fmla="*/ 44 h 112"/>
                <a:gd name="T68" fmla="*/ 42 w 81"/>
                <a:gd name="T69" fmla="*/ 51 h 112"/>
                <a:gd name="T70" fmla="*/ 39 w 81"/>
                <a:gd name="T71" fmla="*/ 44 h 112"/>
                <a:gd name="T72" fmla="*/ 45 w 81"/>
                <a:gd name="T73" fmla="*/ 68 h 112"/>
                <a:gd name="T74" fmla="*/ 54 w 81"/>
                <a:gd name="T75" fmla="*/ 49 h 112"/>
                <a:gd name="T76" fmla="*/ 38 w 81"/>
                <a:gd name="T77" fmla="*/ 67 h 112"/>
                <a:gd name="T78" fmla="*/ 43 w 81"/>
                <a:gd name="T79" fmla="*/ 78 h 112"/>
                <a:gd name="T80" fmla="*/ 58 w 81"/>
                <a:gd name="T81" fmla="*/ 82 h 112"/>
                <a:gd name="T82" fmla="*/ 46 w 81"/>
                <a:gd name="T83" fmla="*/ 73 h 112"/>
                <a:gd name="T84" fmla="*/ 61 w 81"/>
                <a:gd name="T85" fmla="*/ 51 h 112"/>
                <a:gd name="T86" fmla="*/ 20 w 81"/>
                <a:gd name="T87" fmla="*/ 51 h 112"/>
                <a:gd name="T88" fmla="*/ 20 w 81"/>
                <a:gd name="T89" fmla="*/ 92 h 112"/>
                <a:gd name="T90" fmla="*/ 61 w 81"/>
                <a:gd name="T91" fmla="*/ 92 h 112"/>
                <a:gd name="T92" fmla="*/ 61 w 81"/>
                <a:gd name="T93" fmla="*/ 51 h 1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81" h="112">
                  <a:moveTo>
                    <a:pt x="45" y="31"/>
                  </a:moveTo>
                  <a:cubicBezTo>
                    <a:pt x="51" y="32"/>
                    <a:pt x="57" y="34"/>
                    <a:pt x="62" y="37"/>
                  </a:cubicBezTo>
                  <a:cubicBezTo>
                    <a:pt x="68" y="31"/>
                    <a:pt x="68" y="31"/>
                    <a:pt x="68" y="31"/>
                  </a:cubicBezTo>
                  <a:cubicBezTo>
                    <a:pt x="74" y="36"/>
                    <a:pt x="74" y="36"/>
                    <a:pt x="74" y="36"/>
                  </a:cubicBezTo>
                  <a:cubicBezTo>
                    <a:pt x="69" y="42"/>
                    <a:pt x="69" y="42"/>
                    <a:pt x="69" y="42"/>
                  </a:cubicBezTo>
                  <a:cubicBezTo>
                    <a:pt x="69" y="43"/>
                    <a:pt x="69" y="43"/>
                    <a:pt x="69" y="43"/>
                  </a:cubicBezTo>
                  <a:cubicBezTo>
                    <a:pt x="77" y="50"/>
                    <a:pt x="81" y="60"/>
                    <a:pt x="81" y="72"/>
                  </a:cubicBezTo>
                  <a:cubicBezTo>
                    <a:pt x="81" y="83"/>
                    <a:pt x="77" y="93"/>
                    <a:pt x="69" y="100"/>
                  </a:cubicBezTo>
                  <a:cubicBezTo>
                    <a:pt x="62" y="108"/>
                    <a:pt x="52" y="112"/>
                    <a:pt x="41" y="112"/>
                  </a:cubicBezTo>
                  <a:cubicBezTo>
                    <a:pt x="29" y="112"/>
                    <a:pt x="19" y="108"/>
                    <a:pt x="12" y="100"/>
                  </a:cubicBezTo>
                  <a:cubicBezTo>
                    <a:pt x="5" y="93"/>
                    <a:pt x="0" y="83"/>
                    <a:pt x="0" y="72"/>
                  </a:cubicBezTo>
                  <a:cubicBezTo>
                    <a:pt x="0" y="60"/>
                    <a:pt x="5" y="50"/>
                    <a:pt x="12" y="43"/>
                  </a:cubicBezTo>
                  <a:cubicBezTo>
                    <a:pt x="18" y="37"/>
                    <a:pt x="27" y="32"/>
                    <a:pt x="36" y="31"/>
                  </a:cubicBezTo>
                  <a:cubicBezTo>
                    <a:pt x="36" y="27"/>
                    <a:pt x="36" y="27"/>
                    <a:pt x="36" y="27"/>
                  </a:cubicBezTo>
                  <a:cubicBezTo>
                    <a:pt x="29" y="27"/>
                    <a:pt x="29" y="27"/>
                    <a:pt x="29" y="27"/>
                  </a:cubicBezTo>
                  <a:cubicBezTo>
                    <a:pt x="29" y="21"/>
                    <a:pt x="29" y="21"/>
                    <a:pt x="29" y="21"/>
                  </a:cubicBezTo>
                  <a:cubicBezTo>
                    <a:pt x="29" y="21"/>
                    <a:pt x="29" y="21"/>
                    <a:pt x="28" y="21"/>
                  </a:cubicBezTo>
                  <a:cubicBezTo>
                    <a:pt x="25" y="19"/>
                    <a:pt x="22" y="15"/>
                    <a:pt x="22" y="12"/>
                  </a:cubicBezTo>
                  <a:cubicBezTo>
                    <a:pt x="22" y="8"/>
                    <a:pt x="25" y="5"/>
                    <a:pt x="28" y="3"/>
                  </a:cubicBezTo>
                  <a:cubicBezTo>
                    <a:pt x="32" y="1"/>
                    <a:pt x="36" y="0"/>
                    <a:pt x="41" y="0"/>
                  </a:cubicBezTo>
                  <a:cubicBezTo>
                    <a:pt x="45" y="0"/>
                    <a:pt x="50" y="1"/>
                    <a:pt x="53" y="3"/>
                  </a:cubicBezTo>
                  <a:cubicBezTo>
                    <a:pt x="57" y="5"/>
                    <a:pt x="59" y="8"/>
                    <a:pt x="59" y="12"/>
                  </a:cubicBezTo>
                  <a:cubicBezTo>
                    <a:pt x="59" y="15"/>
                    <a:pt x="57" y="19"/>
                    <a:pt x="53" y="21"/>
                  </a:cubicBezTo>
                  <a:cubicBezTo>
                    <a:pt x="53" y="21"/>
                    <a:pt x="52" y="21"/>
                    <a:pt x="52" y="21"/>
                  </a:cubicBezTo>
                  <a:cubicBezTo>
                    <a:pt x="52" y="27"/>
                    <a:pt x="52" y="27"/>
                    <a:pt x="52" y="27"/>
                  </a:cubicBezTo>
                  <a:cubicBezTo>
                    <a:pt x="45" y="27"/>
                    <a:pt x="45" y="27"/>
                    <a:pt x="45" y="27"/>
                  </a:cubicBezTo>
                  <a:cubicBezTo>
                    <a:pt x="45" y="31"/>
                    <a:pt x="45" y="31"/>
                    <a:pt x="45" y="31"/>
                  </a:cubicBezTo>
                  <a:close/>
                  <a:moveTo>
                    <a:pt x="29" y="15"/>
                  </a:moveTo>
                  <a:cubicBezTo>
                    <a:pt x="29" y="14"/>
                    <a:pt x="29" y="14"/>
                    <a:pt x="29" y="14"/>
                  </a:cubicBezTo>
                  <a:cubicBezTo>
                    <a:pt x="52" y="14"/>
                    <a:pt x="52" y="14"/>
                    <a:pt x="52" y="14"/>
                  </a:cubicBezTo>
                  <a:cubicBezTo>
                    <a:pt x="52" y="15"/>
                    <a:pt x="52" y="15"/>
                    <a:pt x="52" y="15"/>
                  </a:cubicBezTo>
                  <a:cubicBezTo>
                    <a:pt x="53" y="14"/>
                    <a:pt x="53" y="13"/>
                    <a:pt x="53" y="12"/>
                  </a:cubicBezTo>
                  <a:cubicBezTo>
                    <a:pt x="53" y="10"/>
                    <a:pt x="52" y="9"/>
                    <a:pt x="50" y="8"/>
                  </a:cubicBezTo>
                  <a:cubicBezTo>
                    <a:pt x="48" y="6"/>
                    <a:pt x="44" y="5"/>
                    <a:pt x="41" y="5"/>
                  </a:cubicBezTo>
                  <a:cubicBezTo>
                    <a:pt x="37" y="5"/>
                    <a:pt x="33" y="6"/>
                    <a:pt x="31" y="8"/>
                  </a:cubicBezTo>
                  <a:cubicBezTo>
                    <a:pt x="29" y="9"/>
                    <a:pt x="28" y="10"/>
                    <a:pt x="28" y="12"/>
                  </a:cubicBezTo>
                  <a:cubicBezTo>
                    <a:pt x="28" y="13"/>
                    <a:pt x="28" y="14"/>
                    <a:pt x="29" y="15"/>
                  </a:cubicBezTo>
                  <a:close/>
                  <a:moveTo>
                    <a:pt x="20" y="53"/>
                  </a:moveTo>
                  <a:cubicBezTo>
                    <a:pt x="25" y="58"/>
                    <a:pt x="25" y="58"/>
                    <a:pt x="25" y="58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22" y="51"/>
                    <a:pt x="22" y="51"/>
                    <a:pt x="22" y="51"/>
                  </a:cubicBezTo>
                  <a:cubicBezTo>
                    <a:pt x="20" y="53"/>
                    <a:pt x="20" y="53"/>
                    <a:pt x="20" y="53"/>
                  </a:cubicBezTo>
                  <a:close/>
                  <a:moveTo>
                    <a:pt x="22" y="92"/>
                  </a:moveTo>
                  <a:cubicBezTo>
                    <a:pt x="27" y="87"/>
                    <a:pt x="27" y="87"/>
                    <a:pt x="27" y="87"/>
                  </a:cubicBezTo>
                  <a:cubicBezTo>
                    <a:pt x="25" y="85"/>
                    <a:pt x="25" y="85"/>
                    <a:pt x="25" y="85"/>
                  </a:cubicBezTo>
                  <a:cubicBezTo>
                    <a:pt x="20" y="90"/>
                    <a:pt x="20" y="90"/>
                    <a:pt x="20" y="90"/>
                  </a:cubicBezTo>
                  <a:cubicBezTo>
                    <a:pt x="22" y="92"/>
                    <a:pt x="22" y="92"/>
                    <a:pt x="22" y="92"/>
                  </a:cubicBezTo>
                  <a:close/>
                  <a:moveTo>
                    <a:pt x="61" y="90"/>
                  </a:moveTo>
                  <a:cubicBezTo>
                    <a:pt x="56" y="85"/>
                    <a:pt x="56" y="85"/>
                    <a:pt x="56" y="85"/>
                  </a:cubicBezTo>
                  <a:cubicBezTo>
                    <a:pt x="54" y="87"/>
                    <a:pt x="54" y="87"/>
                    <a:pt x="54" y="87"/>
                  </a:cubicBezTo>
                  <a:cubicBezTo>
                    <a:pt x="59" y="92"/>
                    <a:pt x="59" y="92"/>
                    <a:pt x="59" y="92"/>
                  </a:cubicBezTo>
                  <a:cubicBezTo>
                    <a:pt x="61" y="90"/>
                    <a:pt x="61" y="90"/>
                    <a:pt x="61" y="90"/>
                  </a:cubicBezTo>
                  <a:close/>
                  <a:moveTo>
                    <a:pt x="68" y="70"/>
                  </a:moveTo>
                  <a:cubicBezTo>
                    <a:pt x="61" y="70"/>
                    <a:pt x="61" y="70"/>
                    <a:pt x="61" y="70"/>
                  </a:cubicBezTo>
                  <a:cubicBezTo>
                    <a:pt x="61" y="73"/>
                    <a:pt x="61" y="73"/>
                    <a:pt x="61" y="73"/>
                  </a:cubicBezTo>
                  <a:cubicBezTo>
                    <a:pt x="68" y="73"/>
                    <a:pt x="68" y="73"/>
                    <a:pt x="68" y="73"/>
                  </a:cubicBezTo>
                  <a:cubicBezTo>
                    <a:pt x="68" y="70"/>
                    <a:pt x="68" y="70"/>
                    <a:pt x="68" y="70"/>
                  </a:cubicBezTo>
                  <a:close/>
                  <a:moveTo>
                    <a:pt x="42" y="99"/>
                  </a:moveTo>
                  <a:cubicBezTo>
                    <a:pt x="42" y="92"/>
                    <a:pt x="42" y="92"/>
                    <a:pt x="42" y="92"/>
                  </a:cubicBezTo>
                  <a:cubicBezTo>
                    <a:pt x="39" y="92"/>
                    <a:pt x="39" y="92"/>
                    <a:pt x="39" y="92"/>
                  </a:cubicBezTo>
                  <a:cubicBezTo>
                    <a:pt x="39" y="99"/>
                    <a:pt x="39" y="99"/>
                    <a:pt x="39" y="99"/>
                  </a:cubicBezTo>
                  <a:cubicBezTo>
                    <a:pt x="42" y="99"/>
                    <a:pt x="42" y="99"/>
                    <a:pt x="42" y="99"/>
                  </a:cubicBezTo>
                  <a:close/>
                  <a:moveTo>
                    <a:pt x="13" y="73"/>
                  </a:moveTo>
                  <a:cubicBezTo>
                    <a:pt x="20" y="73"/>
                    <a:pt x="20" y="73"/>
                    <a:pt x="20" y="73"/>
                  </a:cubicBezTo>
                  <a:cubicBezTo>
                    <a:pt x="20" y="70"/>
                    <a:pt x="20" y="70"/>
                    <a:pt x="20" y="70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3"/>
                    <a:pt x="13" y="73"/>
                    <a:pt x="13" y="73"/>
                  </a:cubicBezTo>
                  <a:close/>
                  <a:moveTo>
                    <a:pt x="39" y="44"/>
                  </a:moveTo>
                  <a:cubicBezTo>
                    <a:pt x="39" y="51"/>
                    <a:pt x="39" y="51"/>
                    <a:pt x="39" y="51"/>
                  </a:cubicBezTo>
                  <a:cubicBezTo>
                    <a:pt x="42" y="51"/>
                    <a:pt x="42" y="51"/>
                    <a:pt x="42" y="51"/>
                  </a:cubicBezTo>
                  <a:cubicBezTo>
                    <a:pt x="42" y="44"/>
                    <a:pt x="42" y="44"/>
                    <a:pt x="42" y="44"/>
                  </a:cubicBezTo>
                  <a:cubicBezTo>
                    <a:pt x="39" y="44"/>
                    <a:pt x="39" y="44"/>
                    <a:pt x="39" y="44"/>
                  </a:cubicBezTo>
                  <a:close/>
                  <a:moveTo>
                    <a:pt x="46" y="70"/>
                  </a:moveTo>
                  <a:cubicBezTo>
                    <a:pt x="45" y="69"/>
                    <a:pt x="45" y="69"/>
                    <a:pt x="45" y="68"/>
                  </a:cubicBezTo>
                  <a:cubicBezTo>
                    <a:pt x="49" y="63"/>
                    <a:pt x="53" y="57"/>
                    <a:pt x="57" y="51"/>
                  </a:cubicBezTo>
                  <a:cubicBezTo>
                    <a:pt x="56" y="50"/>
                    <a:pt x="55" y="49"/>
                    <a:pt x="54" y="49"/>
                  </a:cubicBezTo>
                  <a:cubicBezTo>
                    <a:pt x="49" y="54"/>
                    <a:pt x="45" y="60"/>
                    <a:pt x="41" y="67"/>
                  </a:cubicBezTo>
                  <a:cubicBezTo>
                    <a:pt x="40" y="66"/>
                    <a:pt x="39" y="66"/>
                    <a:pt x="38" y="67"/>
                  </a:cubicBezTo>
                  <a:cubicBezTo>
                    <a:pt x="35" y="68"/>
                    <a:pt x="33" y="72"/>
                    <a:pt x="35" y="75"/>
                  </a:cubicBezTo>
                  <a:cubicBezTo>
                    <a:pt x="36" y="78"/>
                    <a:pt x="40" y="79"/>
                    <a:pt x="43" y="78"/>
                  </a:cubicBezTo>
                  <a:cubicBezTo>
                    <a:pt x="43" y="78"/>
                    <a:pt x="43" y="77"/>
                    <a:pt x="44" y="77"/>
                  </a:cubicBezTo>
                  <a:cubicBezTo>
                    <a:pt x="48" y="79"/>
                    <a:pt x="53" y="81"/>
                    <a:pt x="58" y="82"/>
                  </a:cubicBezTo>
                  <a:cubicBezTo>
                    <a:pt x="58" y="80"/>
                    <a:pt x="59" y="79"/>
                    <a:pt x="59" y="78"/>
                  </a:cubicBezTo>
                  <a:cubicBezTo>
                    <a:pt x="55" y="76"/>
                    <a:pt x="51" y="74"/>
                    <a:pt x="46" y="73"/>
                  </a:cubicBezTo>
                  <a:cubicBezTo>
                    <a:pt x="46" y="72"/>
                    <a:pt x="46" y="71"/>
                    <a:pt x="46" y="70"/>
                  </a:cubicBezTo>
                  <a:close/>
                  <a:moveTo>
                    <a:pt x="61" y="51"/>
                  </a:moveTo>
                  <a:cubicBezTo>
                    <a:pt x="56" y="45"/>
                    <a:pt x="49" y="42"/>
                    <a:pt x="41" y="42"/>
                  </a:cubicBezTo>
                  <a:cubicBezTo>
                    <a:pt x="32" y="42"/>
                    <a:pt x="25" y="45"/>
                    <a:pt x="20" y="51"/>
                  </a:cubicBezTo>
                  <a:cubicBezTo>
                    <a:pt x="14" y="56"/>
                    <a:pt x="11" y="63"/>
                    <a:pt x="11" y="72"/>
                  </a:cubicBezTo>
                  <a:cubicBezTo>
                    <a:pt x="11" y="80"/>
                    <a:pt x="14" y="87"/>
                    <a:pt x="20" y="92"/>
                  </a:cubicBezTo>
                  <a:cubicBezTo>
                    <a:pt x="25" y="98"/>
                    <a:pt x="32" y="101"/>
                    <a:pt x="41" y="101"/>
                  </a:cubicBezTo>
                  <a:cubicBezTo>
                    <a:pt x="49" y="101"/>
                    <a:pt x="56" y="98"/>
                    <a:pt x="61" y="92"/>
                  </a:cubicBezTo>
                  <a:cubicBezTo>
                    <a:pt x="67" y="87"/>
                    <a:pt x="70" y="80"/>
                    <a:pt x="70" y="72"/>
                  </a:cubicBezTo>
                  <a:cubicBezTo>
                    <a:pt x="70" y="63"/>
                    <a:pt x="67" y="56"/>
                    <a:pt x="61" y="51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68572" tIns="34287" rIns="68572" bIns="34287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>
                <a:lnSpc>
                  <a:spcPct val="120000"/>
                </a:lnSpc>
              </a:pPr>
              <a:endParaRPr lang="zh-CN" altLang="en-US" sz="675">
                <a:solidFill>
                  <a:prstClr val="black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3" name="Freeform 148"/>
            <p:cNvSpPr>
              <a:spLocks noEditPoints="1"/>
            </p:cNvSpPr>
            <p:nvPr/>
          </p:nvSpPr>
          <p:spPr bwMode="auto">
            <a:xfrm>
              <a:off x="8088833" y="4114063"/>
              <a:ext cx="237999" cy="265241"/>
            </a:xfrm>
            <a:custGeom>
              <a:avLst/>
              <a:gdLst>
                <a:gd name="T0" fmla="*/ 13 w 77"/>
                <a:gd name="T1" fmla="*/ 8 h 86"/>
                <a:gd name="T2" fmla="*/ 38 w 77"/>
                <a:gd name="T3" fmla="*/ 1 h 86"/>
                <a:gd name="T4" fmla="*/ 59 w 77"/>
                <a:gd name="T5" fmla="*/ 13 h 86"/>
                <a:gd name="T6" fmla="*/ 66 w 77"/>
                <a:gd name="T7" fmla="*/ 38 h 86"/>
                <a:gd name="T8" fmla="*/ 58 w 77"/>
                <a:gd name="T9" fmla="*/ 55 h 86"/>
                <a:gd name="T10" fmla="*/ 64 w 77"/>
                <a:gd name="T11" fmla="*/ 59 h 86"/>
                <a:gd name="T12" fmla="*/ 74 w 77"/>
                <a:gd name="T13" fmla="*/ 72 h 86"/>
                <a:gd name="T14" fmla="*/ 73 w 77"/>
                <a:gd name="T15" fmla="*/ 84 h 86"/>
                <a:gd name="T16" fmla="*/ 73 w 77"/>
                <a:gd name="T17" fmla="*/ 84 h 86"/>
                <a:gd name="T18" fmla="*/ 62 w 77"/>
                <a:gd name="T19" fmla="*/ 82 h 86"/>
                <a:gd name="T20" fmla="*/ 51 w 77"/>
                <a:gd name="T21" fmla="*/ 68 h 86"/>
                <a:gd name="T22" fmla="*/ 49 w 77"/>
                <a:gd name="T23" fmla="*/ 63 h 86"/>
                <a:gd name="T24" fmla="*/ 30 w 77"/>
                <a:gd name="T25" fmla="*/ 66 h 86"/>
                <a:gd name="T26" fmla="*/ 8 w 77"/>
                <a:gd name="T27" fmla="*/ 54 h 86"/>
                <a:gd name="T28" fmla="*/ 1 w 77"/>
                <a:gd name="T29" fmla="*/ 30 h 86"/>
                <a:gd name="T30" fmla="*/ 13 w 77"/>
                <a:gd name="T31" fmla="*/ 8 h 86"/>
                <a:gd name="T32" fmla="*/ 30 w 77"/>
                <a:gd name="T33" fmla="*/ 49 h 86"/>
                <a:gd name="T34" fmla="*/ 38 w 77"/>
                <a:gd name="T35" fmla="*/ 49 h 86"/>
                <a:gd name="T36" fmla="*/ 38 w 77"/>
                <a:gd name="T37" fmla="*/ 40 h 86"/>
                <a:gd name="T38" fmla="*/ 47 w 77"/>
                <a:gd name="T39" fmla="*/ 40 h 86"/>
                <a:gd name="T40" fmla="*/ 47 w 77"/>
                <a:gd name="T41" fmla="*/ 32 h 86"/>
                <a:gd name="T42" fmla="*/ 38 w 77"/>
                <a:gd name="T43" fmla="*/ 32 h 86"/>
                <a:gd name="T44" fmla="*/ 38 w 77"/>
                <a:gd name="T45" fmla="*/ 23 h 86"/>
                <a:gd name="T46" fmla="*/ 30 w 77"/>
                <a:gd name="T47" fmla="*/ 23 h 86"/>
                <a:gd name="T48" fmla="*/ 30 w 77"/>
                <a:gd name="T49" fmla="*/ 32 h 86"/>
                <a:gd name="T50" fmla="*/ 21 w 77"/>
                <a:gd name="T51" fmla="*/ 32 h 86"/>
                <a:gd name="T52" fmla="*/ 21 w 77"/>
                <a:gd name="T53" fmla="*/ 40 h 86"/>
                <a:gd name="T54" fmla="*/ 30 w 77"/>
                <a:gd name="T55" fmla="*/ 40 h 86"/>
                <a:gd name="T56" fmla="*/ 30 w 77"/>
                <a:gd name="T57" fmla="*/ 49 h 86"/>
                <a:gd name="T58" fmla="*/ 18 w 77"/>
                <a:gd name="T59" fmla="*/ 36 h 86"/>
                <a:gd name="T60" fmla="*/ 43 w 77"/>
                <a:gd name="T61" fmla="*/ 19 h 86"/>
                <a:gd name="T62" fmla="*/ 18 w 77"/>
                <a:gd name="T63" fmla="*/ 36 h 86"/>
                <a:gd name="T64" fmla="*/ 36 w 77"/>
                <a:gd name="T65" fmla="*/ 12 h 86"/>
                <a:gd name="T66" fmla="*/ 20 w 77"/>
                <a:gd name="T67" fmla="*/ 16 h 86"/>
                <a:gd name="T68" fmla="*/ 12 w 77"/>
                <a:gd name="T69" fmla="*/ 31 h 86"/>
                <a:gd name="T70" fmla="*/ 16 w 77"/>
                <a:gd name="T71" fmla="*/ 47 h 86"/>
                <a:gd name="T72" fmla="*/ 31 w 77"/>
                <a:gd name="T73" fmla="*/ 55 h 86"/>
                <a:gd name="T74" fmla="*/ 47 w 77"/>
                <a:gd name="T75" fmla="*/ 51 h 86"/>
                <a:gd name="T76" fmla="*/ 55 w 77"/>
                <a:gd name="T77" fmla="*/ 36 h 86"/>
                <a:gd name="T78" fmla="*/ 51 w 77"/>
                <a:gd name="T79" fmla="*/ 20 h 86"/>
                <a:gd name="T80" fmla="*/ 36 w 77"/>
                <a:gd name="T81" fmla="*/ 12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77" h="86">
                  <a:moveTo>
                    <a:pt x="13" y="8"/>
                  </a:moveTo>
                  <a:cubicBezTo>
                    <a:pt x="20" y="2"/>
                    <a:pt x="29" y="0"/>
                    <a:pt x="38" y="1"/>
                  </a:cubicBezTo>
                  <a:cubicBezTo>
                    <a:pt x="46" y="2"/>
                    <a:pt x="54" y="6"/>
                    <a:pt x="59" y="13"/>
                  </a:cubicBezTo>
                  <a:cubicBezTo>
                    <a:pt x="65" y="21"/>
                    <a:pt x="67" y="29"/>
                    <a:pt x="66" y="38"/>
                  </a:cubicBezTo>
                  <a:cubicBezTo>
                    <a:pt x="65" y="44"/>
                    <a:pt x="63" y="50"/>
                    <a:pt x="58" y="55"/>
                  </a:cubicBezTo>
                  <a:cubicBezTo>
                    <a:pt x="60" y="56"/>
                    <a:pt x="62" y="57"/>
                    <a:pt x="64" y="59"/>
                  </a:cubicBezTo>
                  <a:cubicBezTo>
                    <a:pt x="74" y="72"/>
                    <a:pt x="74" y="72"/>
                    <a:pt x="74" y="72"/>
                  </a:cubicBezTo>
                  <a:cubicBezTo>
                    <a:pt x="77" y="76"/>
                    <a:pt x="76" y="81"/>
                    <a:pt x="73" y="84"/>
                  </a:cubicBezTo>
                  <a:cubicBezTo>
                    <a:pt x="73" y="84"/>
                    <a:pt x="73" y="84"/>
                    <a:pt x="73" y="84"/>
                  </a:cubicBezTo>
                  <a:cubicBezTo>
                    <a:pt x="69" y="86"/>
                    <a:pt x="64" y="86"/>
                    <a:pt x="62" y="82"/>
                  </a:cubicBezTo>
                  <a:cubicBezTo>
                    <a:pt x="51" y="68"/>
                    <a:pt x="51" y="68"/>
                    <a:pt x="51" y="68"/>
                  </a:cubicBezTo>
                  <a:cubicBezTo>
                    <a:pt x="50" y="67"/>
                    <a:pt x="49" y="65"/>
                    <a:pt x="49" y="63"/>
                  </a:cubicBezTo>
                  <a:cubicBezTo>
                    <a:pt x="43" y="66"/>
                    <a:pt x="36" y="67"/>
                    <a:pt x="30" y="66"/>
                  </a:cubicBezTo>
                  <a:cubicBezTo>
                    <a:pt x="21" y="65"/>
                    <a:pt x="13" y="61"/>
                    <a:pt x="8" y="54"/>
                  </a:cubicBezTo>
                  <a:cubicBezTo>
                    <a:pt x="2" y="47"/>
                    <a:pt x="0" y="38"/>
                    <a:pt x="1" y="30"/>
                  </a:cubicBezTo>
                  <a:cubicBezTo>
                    <a:pt x="2" y="21"/>
                    <a:pt x="6" y="13"/>
                    <a:pt x="13" y="8"/>
                  </a:cubicBezTo>
                  <a:close/>
                  <a:moveTo>
                    <a:pt x="30" y="49"/>
                  </a:moveTo>
                  <a:cubicBezTo>
                    <a:pt x="38" y="49"/>
                    <a:pt x="38" y="49"/>
                    <a:pt x="38" y="4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9"/>
                    <a:pt x="30" y="49"/>
                    <a:pt x="30" y="49"/>
                  </a:cubicBezTo>
                  <a:close/>
                  <a:moveTo>
                    <a:pt x="18" y="36"/>
                  </a:moveTo>
                  <a:cubicBezTo>
                    <a:pt x="22" y="26"/>
                    <a:pt x="31" y="21"/>
                    <a:pt x="43" y="19"/>
                  </a:cubicBezTo>
                  <a:cubicBezTo>
                    <a:pt x="31" y="11"/>
                    <a:pt x="16" y="22"/>
                    <a:pt x="18" y="36"/>
                  </a:cubicBezTo>
                  <a:close/>
                  <a:moveTo>
                    <a:pt x="36" y="12"/>
                  </a:moveTo>
                  <a:cubicBezTo>
                    <a:pt x="31" y="11"/>
                    <a:pt x="25" y="13"/>
                    <a:pt x="20" y="16"/>
                  </a:cubicBezTo>
                  <a:cubicBezTo>
                    <a:pt x="15" y="20"/>
                    <a:pt x="13" y="25"/>
                    <a:pt x="12" y="31"/>
                  </a:cubicBezTo>
                  <a:cubicBezTo>
                    <a:pt x="11" y="37"/>
                    <a:pt x="13" y="42"/>
                    <a:pt x="16" y="47"/>
                  </a:cubicBezTo>
                  <a:cubicBezTo>
                    <a:pt x="20" y="52"/>
                    <a:pt x="25" y="55"/>
                    <a:pt x="31" y="55"/>
                  </a:cubicBezTo>
                  <a:cubicBezTo>
                    <a:pt x="36" y="56"/>
                    <a:pt x="42" y="55"/>
                    <a:pt x="47" y="51"/>
                  </a:cubicBezTo>
                  <a:cubicBezTo>
                    <a:pt x="52" y="47"/>
                    <a:pt x="55" y="42"/>
                    <a:pt x="55" y="36"/>
                  </a:cubicBezTo>
                  <a:cubicBezTo>
                    <a:pt x="56" y="31"/>
                    <a:pt x="54" y="25"/>
                    <a:pt x="51" y="20"/>
                  </a:cubicBezTo>
                  <a:cubicBezTo>
                    <a:pt x="47" y="15"/>
                    <a:pt x="42" y="13"/>
                    <a:pt x="36" y="12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68572" tIns="34287" rIns="68572" bIns="34287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>
                <a:lnSpc>
                  <a:spcPct val="120000"/>
                </a:lnSpc>
              </a:pPr>
              <a:endParaRPr lang="zh-CN" altLang="en-US" sz="675">
                <a:solidFill>
                  <a:prstClr val="black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4" name="Freeform 149"/>
            <p:cNvSpPr>
              <a:spLocks noEditPoints="1"/>
            </p:cNvSpPr>
            <p:nvPr/>
          </p:nvSpPr>
          <p:spPr bwMode="auto">
            <a:xfrm>
              <a:off x="3684009" y="3154356"/>
              <a:ext cx="299649" cy="299650"/>
            </a:xfrm>
            <a:custGeom>
              <a:avLst/>
              <a:gdLst>
                <a:gd name="T0" fmla="*/ 42 w 97"/>
                <a:gd name="T1" fmla="*/ 14 h 97"/>
                <a:gd name="T2" fmla="*/ 55 w 97"/>
                <a:gd name="T3" fmla="*/ 14 h 97"/>
                <a:gd name="T4" fmla="*/ 48 w 97"/>
                <a:gd name="T5" fmla="*/ 0 h 97"/>
                <a:gd name="T6" fmla="*/ 42 w 97"/>
                <a:gd name="T7" fmla="*/ 14 h 97"/>
                <a:gd name="T8" fmla="*/ 49 w 97"/>
                <a:gd name="T9" fmla="*/ 18 h 97"/>
                <a:gd name="T10" fmla="*/ 79 w 97"/>
                <a:gd name="T11" fmla="*/ 48 h 97"/>
                <a:gd name="T12" fmla="*/ 49 w 97"/>
                <a:gd name="T13" fmla="*/ 79 h 97"/>
                <a:gd name="T14" fmla="*/ 18 w 97"/>
                <a:gd name="T15" fmla="*/ 48 h 97"/>
                <a:gd name="T16" fmla="*/ 49 w 97"/>
                <a:gd name="T17" fmla="*/ 18 h 97"/>
                <a:gd name="T18" fmla="*/ 60 w 97"/>
                <a:gd name="T19" fmla="*/ 15 h 97"/>
                <a:gd name="T20" fmla="*/ 71 w 97"/>
                <a:gd name="T21" fmla="*/ 22 h 97"/>
                <a:gd name="T22" fmla="*/ 73 w 97"/>
                <a:gd name="T23" fmla="*/ 6 h 97"/>
                <a:gd name="T24" fmla="*/ 60 w 97"/>
                <a:gd name="T25" fmla="*/ 15 h 97"/>
                <a:gd name="T26" fmla="*/ 75 w 97"/>
                <a:gd name="T27" fmla="*/ 25 h 97"/>
                <a:gd name="T28" fmla="*/ 81 w 97"/>
                <a:gd name="T29" fmla="*/ 36 h 97"/>
                <a:gd name="T30" fmla="*/ 91 w 97"/>
                <a:gd name="T31" fmla="*/ 24 h 97"/>
                <a:gd name="T32" fmla="*/ 75 w 97"/>
                <a:gd name="T33" fmla="*/ 25 h 97"/>
                <a:gd name="T34" fmla="*/ 83 w 97"/>
                <a:gd name="T35" fmla="*/ 42 h 97"/>
                <a:gd name="T36" fmla="*/ 83 w 97"/>
                <a:gd name="T37" fmla="*/ 54 h 97"/>
                <a:gd name="T38" fmla="*/ 97 w 97"/>
                <a:gd name="T39" fmla="*/ 48 h 97"/>
                <a:gd name="T40" fmla="*/ 83 w 97"/>
                <a:gd name="T41" fmla="*/ 42 h 97"/>
                <a:gd name="T42" fmla="*/ 82 w 97"/>
                <a:gd name="T43" fmla="*/ 60 h 97"/>
                <a:gd name="T44" fmla="*/ 75 w 97"/>
                <a:gd name="T45" fmla="*/ 71 h 97"/>
                <a:gd name="T46" fmla="*/ 91 w 97"/>
                <a:gd name="T47" fmla="*/ 72 h 97"/>
                <a:gd name="T48" fmla="*/ 82 w 97"/>
                <a:gd name="T49" fmla="*/ 60 h 97"/>
                <a:gd name="T50" fmla="*/ 72 w 97"/>
                <a:gd name="T51" fmla="*/ 75 h 97"/>
                <a:gd name="T52" fmla="*/ 61 w 97"/>
                <a:gd name="T53" fmla="*/ 81 h 97"/>
                <a:gd name="T54" fmla="*/ 73 w 97"/>
                <a:gd name="T55" fmla="*/ 90 h 97"/>
                <a:gd name="T56" fmla="*/ 72 w 97"/>
                <a:gd name="T57" fmla="*/ 75 h 97"/>
                <a:gd name="T58" fmla="*/ 55 w 97"/>
                <a:gd name="T59" fmla="*/ 83 h 97"/>
                <a:gd name="T60" fmla="*/ 43 w 97"/>
                <a:gd name="T61" fmla="*/ 83 h 97"/>
                <a:gd name="T62" fmla="*/ 49 w 97"/>
                <a:gd name="T63" fmla="*/ 97 h 97"/>
                <a:gd name="T64" fmla="*/ 55 w 97"/>
                <a:gd name="T65" fmla="*/ 83 h 97"/>
                <a:gd name="T66" fmla="*/ 37 w 97"/>
                <a:gd name="T67" fmla="*/ 81 h 97"/>
                <a:gd name="T68" fmla="*/ 26 w 97"/>
                <a:gd name="T69" fmla="*/ 75 h 97"/>
                <a:gd name="T70" fmla="*/ 25 w 97"/>
                <a:gd name="T71" fmla="*/ 91 h 97"/>
                <a:gd name="T72" fmla="*/ 37 w 97"/>
                <a:gd name="T73" fmla="*/ 81 h 97"/>
                <a:gd name="T74" fmla="*/ 22 w 97"/>
                <a:gd name="T75" fmla="*/ 71 h 97"/>
                <a:gd name="T76" fmla="*/ 16 w 97"/>
                <a:gd name="T77" fmla="*/ 60 h 97"/>
                <a:gd name="T78" fmla="*/ 7 w 97"/>
                <a:gd name="T79" fmla="*/ 73 h 97"/>
                <a:gd name="T80" fmla="*/ 22 w 97"/>
                <a:gd name="T81" fmla="*/ 71 h 97"/>
                <a:gd name="T82" fmla="*/ 14 w 97"/>
                <a:gd name="T83" fmla="*/ 55 h 97"/>
                <a:gd name="T84" fmla="*/ 14 w 97"/>
                <a:gd name="T85" fmla="*/ 42 h 97"/>
                <a:gd name="T86" fmla="*/ 0 w 97"/>
                <a:gd name="T87" fmla="*/ 49 h 97"/>
                <a:gd name="T88" fmla="*/ 14 w 97"/>
                <a:gd name="T89" fmla="*/ 55 h 97"/>
                <a:gd name="T90" fmla="*/ 15 w 97"/>
                <a:gd name="T91" fmla="*/ 37 h 97"/>
                <a:gd name="T92" fmla="*/ 22 w 97"/>
                <a:gd name="T93" fmla="*/ 26 h 97"/>
                <a:gd name="T94" fmla="*/ 6 w 97"/>
                <a:gd name="T95" fmla="*/ 24 h 97"/>
                <a:gd name="T96" fmla="*/ 15 w 97"/>
                <a:gd name="T97" fmla="*/ 37 h 97"/>
                <a:gd name="T98" fmla="*/ 26 w 97"/>
                <a:gd name="T99" fmla="*/ 22 h 97"/>
                <a:gd name="T100" fmla="*/ 37 w 97"/>
                <a:gd name="T101" fmla="*/ 16 h 97"/>
                <a:gd name="T102" fmla="*/ 24 w 97"/>
                <a:gd name="T103" fmla="*/ 6 h 97"/>
                <a:gd name="T104" fmla="*/ 26 w 97"/>
                <a:gd name="T105" fmla="*/ 22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97" h="97">
                  <a:moveTo>
                    <a:pt x="42" y="14"/>
                  </a:moveTo>
                  <a:cubicBezTo>
                    <a:pt x="55" y="14"/>
                    <a:pt x="55" y="14"/>
                    <a:pt x="55" y="14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42" y="14"/>
                    <a:pt x="42" y="14"/>
                    <a:pt x="42" y="14"/>
                  </a:cubicBezTo>
                  <a:close/>
                  <a:moveTo>
                    <a:pt x="49" y="18"/>
                  </a:moveTo>
                  <a:cubicBezTo>
                    <a:pt x="65" y="18"/>
                    <a:pt x="79" y="31"/>
                    <a:pt x="79" y="48"/>
                  </a:cubicBezTo>
                  <a:cubicBezTo>
                    <a:pt x="79" y="65"/>
                    <a:pt x="65" y="79"/>
                    <a:pt x="49" y="79"/>
                  </a:cubicBezTo>
                  <a:cubicBezTo>
                    <a:pt x="32" y="79"/>
                    <a:pt x="18" y="65"/>
                    <a:pt x="18" y="48"/>
                  </a:cubicBezTo>
                  <a:cubicBezTo>
                    <a:pt x="18" y="31"/>
                    <a:pt x="32" y="18"/>
                    <a:pt x="49" y="18"/>
                  </a:cubicBezTo>
                  <a:close/>
                  <a:moveTo>
                    <a:pt x="60" y="15"/>
                  </a:moveTo>
                  <a:cubicBezTo>
                    <a:pt x="71" y="22"/>
                    <a:pt x="71" y="22"/>
                    <a:pt x="71" y="22"/>
                  </a:cubicBezTo>
                  <a:cubicBezTo>
                    <a:pt x="73" y="6"/>
                    <a:pt x="73" y="6"/>
                    <a:pt x="73" y="6"/>
                  </a:cubicBezTo>
                  <a:cubicBezTo>
                    <a:pt x="60" y="15"/>
                    <a:pt x="60" y="15"/>
                    <a:pt x="60" y="15"/>
                  </a:cubicBezTo>
                  <a:close/>
                  <a:moveTo>
                    <a:pt x="75" y="25"/>
                  </a:moveTo>
                  <a:cubicBezTo>
                    <a:pt x="81" y="36"/>
                    <a:pt x="81" y="36"/>
                    <a:pt x="81" y="36"/>
                  </a:cubicBezTo>
                  <a:cubicBezTo>
                    <a:pt x="91" y="24"/>
                    <a:pt x="91" y="24"/>
                    <a:pt x="91" y="24"/>
                  </a:cubicBezTo>
                  <a:cubicBezTo>
                    <a:pt x="75" y="25"/>
                    <a:pt x="75" y="25"/>
                    <a:pt x="75" y="25"/>
                  </a:cubicBezTo>
                  <a:close/>
                  <a:moveTo>
                    <a:pt x="83" y="42"/>
                  </a:moveTo>
                  <a:cubicBezTo>
                    <a:pt x="83" y="54"/>
                    <a:pt x="83" y="54"/>
                    <a:pt x="83" y="54"/>
                  </a:cubicBezTo>
                  <a:cubicBezTo>
                    <a:pt x="97" y="48"/>
                    <a:pt x="97" y="48"/>
                    <a:pt x="97" y="48"/>
                  </a:cubicBezTo>
                  <a:cubicBezTo>
                    <a:pt x="83" y="42"/>
                    <a:pt x="83" y="42"/>
                    <a:pt x="83" y="42"/>
                  </a:cubicBezTo>
                  <a:close/>
                  <a:moveTo>
                    <a:pt x="82" y="60"/>
                  </a:moveTo>
                  <a:cubicBezTo>
                    <a:pt x="75" y="71"/>
                    <a:pt x="75" y="71"/>
                    <a:pt x="75" y="71"/>
                  </a:cubicBezTo>
                  <a:cubicBezTo>
                    <a:pt x="91" y="72"/>
                    <a:pt x="91" y="72"/>
                    <a:pt x="91" y="72"/>
                  </a:cubicBezTo>
                  <a:cubicBezTo>
                    <a:pt x="82" y="60"/>
                    <a:pt x="82" y="60"/>
                    <a:pt x="82" y="60"/>
                  </a:cubicBezTo>
                  <a:close/>
                  <a:moveTo>
                    <a:pt x="72" y="75"/>
                  </a:moveTo>
                  <a:cubicBezTo>
                    <a:pt x="61" y="81"/>
                    <a:pt x="61" y="81"/>
                    <a:pt x="61" y="81"/>
                  </a:cubicBezTo>
                  <a:cubicBezTo>
                    <a:pt x="73" y="90"/>
                    <a:pt x="73" y="90"/>
                    <a:pt x="73" y="90"/>
                  </a:cubicBezTo>
                  <a:cubicBezTo>
                    <a:pt x="72" y="75"/>
                    <a:pt x="72" y="75"/>
                    <a:pt x="72" y="75"/>
                  </a:cubicBezTo>
                  <a:close/>
                  <a:moveTo>
                    <a:pt x="55" y="83"/>
                  </a:moveTo>
                  <a:cubicBezTo>
                    <a:pt x="43" y="83"/>
                    <a:pt x="43" y="83"/>
                    <a:pt x="43" y="83"/>
                  </a:cubicBezTo>
                  <a:cubicBezTo>
                    <a:pt x="49" y="97"/>
                    <a:pt x="49" y="97"/>
                    <a:pt x="49" y="97"/>
                  </a:cubicBezTo>
                  <a:cubicBezTo>
                    <a:pt x="55" y="83"/>
                    <a:pt x="55" y="83"/>
                    <a:pt x="55" y="83"/>
                  </a:cubicBezTo>
                  <a:close/>
                  <a:moveTo>
                    <a:pt x="37" y="81"/>
                  </a:moveTo>
                  <a:cubicBezTo>
                    <a:pt x="26" y="75"/>
                    <a:pt x="26" y="75"/>
                    <a:pt x="26" y="75"/>
                  </a:cubicBezTo>
                  <a:cubicBezTo>
                    <a:pt x="25" y="91"/>
                    <a:pt x="25" y="91"/>
                    <a:pt x="25" y="91"/>
                  </a:cubicBezTo>
                  <a:cubicBezTo>
                    <a:pt x="37" y="81"/>
                    <a:pt x="37" y="81"/>
                    <a:pt x="37" y="81"/>
                  </a:cubicBezTo>
                  <a:close/>
                  <a:moveTo>
                    <a:pt x="22" y="71"/>
                  </a:moveTo>
                  <a:cubicBezTo>
                    <a:pt x="16" y="60"/>
                    <a:pt x="16" y="60"/>
                    <a:pt x="16" y="60"/>
                  </a:cubicBezTo>
                  <a:cubicBezTo>
                    <a:pt x="7" y="73"/>
                    <a:pt x="7" y="73"/>
                    <a:pt x="7" y="73"/>
                  </a:cubicBezTo>
                  <a:cubicBezTo>
                    <a:pt x="22" y="71"/>
                    <a:pt x="22" y="71"/>
                    <a:pt x="22" y="71"/>
                  </a:cubicBezTo>
                  <a:close/>
                  <a:moveTo>
                    <a:pt x="14" y="55"/>
                  </a:moveTo>
                  <a:cubicBezTo>
                    <a:pt x="14" y="42"/>
                    <a:pt x="14" y="42"/>
                    <a:pt x="14" y="42"/>
                  </a:cubicBezTo>
                  <a:cubicBezTo>
                    <a:pt x="0" y="49"/>
                    <a:pt x="0" y="49"/>
                    <a:pt x="0" y="49"/>
                  </a:cubicBezTo>
                  <a:cubicBezTo>
                    <a:pt x="14" y="55"/>
                    <a:pt x="14" y="55"/>
                    <a:pt x="14" y="55"/>
                  </a:cubicBezTo>
                  <a:close/>
                  <a:moveTo>
                    <a:pt x="15" y="37"/>
                  </a:moveTo>
                  <a:cubicBezTo>
                    <a:pt x="22" y="26"/>
                    <a:pt x="22" y="26"/>
                    <a:pt x="22" y="26"/>
                  </a:cubicBezTo>
                  <a:cubicBezTo>
                    <a:pt x="6" y="24"/>
                    <a:pt x="6" y="24"/>
                    <a:pt x="6" y="24"/>
                  </a:cubicBezTo>
                  <a:cubicBezTo>
                    <a:pt x="15" y="37"/>
                    <a:pt x="15" y="37"/>
                    <a:pt x="15" y="37"/>
                  </a:cubicBezTo>
                  <a:close/>
                  <a:moveTo>
                    <a:pt x="26" y="22"/>
                  </a:moveTo>
                  <a:cubicBezTo>
                    <a:pt x="37" y="16"/>
                    <a:pt x="37" y="16"/>
                    <a:pt x="37" y="16"/>
                  </a:cubicBezTo>
                  <a:cubicBezTo>
                    <a:pt x="24" y="6"/>
                    <a:pt x="24" y="6"/>
                    <a:pt x="24" y="6"/>
                  </a:cubicBezTo>
                  <a:lnTo>
                    <a:pt x="26" y="2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68572" tIns="34287" rIns="68572" bIns="34287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>
                <a:lnSpc>
                  <a:spcPct val="120000"/>
                </a:lnSpc>
              </a:pPr>
              <a:endParaRPr lang="zh-CN" altLang="en-US" sz="675">
                <a:solidFill>
                  <a:prstClr val="black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5" name="Freeform 150"/>
            <p:cNvSpPr>
              <a:spLocks noEditPoints="1"/>
            </p:cNvSpPr>
            <p:nvPr/>
          </p:nvSpPr>
          <p:spPr bwMode="auto">
            <a:xfrm>
              <a:off x="5030106" y="1859022"/>
              <a:ext cx="245168" cy="299650"/>
            </a:xfrm>
            <a:custGeom>
              <a:avLst/>
              <a:gdLst>
                <a:gd name="T0" fmla="*/ 36 w 79"/>
                <a:gd name="T1" fmla="*/ 27 h 97"/>
                <a:gd name="T2" fmla="*/ 40 w 79"/>
                <a:gd name="T3" fmla="*/ 1 h 97"/>
                <a:gd name="T4" fmla="*/ 46 w 79"/>
                <a:gd name="T5" fmla="*/ 5 h 97"/>
                <a:gd name="T6" fmla="*/ 41 w 79"/>
                <a:gd name="T7" fmla="*/ 27 h 97"/>
                <a:gd name="T8" fmla="*/ 39 w 79"/>
                <a:gd name="T9" fmla="*/ 27 h 97"/>
                <a:gd name="T10" fmla="*/ 36 w 79"/>
                <a:gd name="T11" fmla="*/ 27 h 97"/>
                <a:gd name="T12" fmla="*/ 38 w 79"/>
                <a:gd name="T13" fmla="*/ 67 h 97"/>
                <a:gd name="T14" fmla="*/ 34 w 79"/>
                <a:gd name="T15" fmla="*/ 58 h 97"/>
                <a:gd name="T16" fmla="*/ 29 w 79"/>
                <a:gd name="T17" fmla="*/ 64 h 97"/>
                <a:gd name="T18" fmla="*/ 38 w 79"/>
                <a:gd name="T19" fmla="*/ 67 h 97"/>
                <a:gd name="T20" fmla="*/ 41 w 79"/>
                <a:gd name="T21" fmla="*/ 67 h 97"/>
                <a:gd name="T22" fmla="*/ 46 w 79"/>
                <a:gd name="T23" fmla="*/ 58 h 97"/>
                <a:gd name="T24" fmla="*/ 50 w 79"/>
                <a:gd name="T25" fmla="*/ 64 h 97"/>
                <a:gd name="T26" fmla="*/ 41 w 79"/>
                <a:gd name="T27" fmla="*/ 67 h 97"/>
                <a:gd name="T28" fmla="*/ 40 w 79"/>
                <a:gd name="T29" fmla="*/ 94 h 97"/>
                <a:gd name="T30" fmla="*/ 25 w 79"/>
                <a:gd name="T31" fmla="*/ 96 h 97"/>
                <a:gd name="T32" fmla="*/ 16 w 79"/>
                <a:gd name="T33" fmla="*/ 89 h 97"/>
                <a:gd name="T34" fmla="*/ 10 w 79"/>
                <a:gd name="T35" fmla="*/ 81 h 97"/>
                <a:gd name="T36" fmla="*/ 5 w 79"/>
                <a:gd name="T37" fmla="*/ 72 h 97"/>
                <a:gd name="T38" fmla="*/ 0 w 79"/>
                <a:gd name="T39" fmla="*/ 55 h 97"/>
                <a:gd name="T40" fmla="*/ 7 w 79"/>
                <a:gd name="T41" fmla="*/ 37 h 97"/>
                <a:gd name="T42" fmla="*/ 22 w 79"/>
                <a:gd name="T43" fmla="*/ 30 h 97"/>
                <a:gd name="T44" fmla="*/ 40 w 79"/>
                <a:gd name="T45" fmla="*/ 31 h 97"/>
                <a:gd name="T46" fmla="*/ 57 w 79"/>
                <a:gd name="T47" fmla="*/ 30 h 97"/>
                <a:gd name="T48" fmla="*/ 72 w 79"/>
                <a:gd name="T49" fmla="*/ 37 h 97"/>
                <a:gd name="T50" fmla="*/ 79 w 79"/>
                <a:gd name="T51" fmla="*/ 55 h 97"/>
                <a:gd name="T52" fmla="*/ 74 w 79"/>
                <a:gd name="T53" fmla="*/ 72 h 97"/>
                <a:gd name="T54" fmla="*/ 69 w 79"/>
                <a:gd name="T55" fmla="*/ 81 h 97"/>
                <a:gd name="T56" fmla="*/ 63 w 79"/>
                <a:gd name="T57" fmla="*/ 89 h 97"/>
                <a:gd name="T58" fmla="*/ 54 w 79"/>
                <a:gd name="T59" fmla="*/ 96 h 97"/>
                <a:gd name="T60" fmla="*/ 40 w 79"/>
                <a:gd name="T61" fmla="*/ 94 h 97"/>
                <a:gd name="T62" fmla="*/ 29 w 79"/>
                <a:gd name="T63" fmla="*/ 86 h 97"/>
                <a:gd name="T64" fmla="*/ 24 w 79"/>
                <a:gd name="T65" fmla="*/ 82 h 97"/>
                <a:gd name="T66" fmla="*/ 19 w 79"/>
                <a:gd name="T67" fmla="*/ 75 h 97"/>
                <a:gd name="T68" fmla="*/ 15 w 79"/>
                <a:gd name="T69" fmla="*/ 68 h 97"/>
                <a:gd name="T70" fmla="*/ 11 w 79"/>
                <a:gd name="T71" fmla="*/ 56 h 97"/>
                <a:gd name="T72" fmla="*/ 16 w 79"/>
                <a:gd name="T73" fmla="*/ 45 h 97"/>
                <a:gd name="T74" fmla="*/ 25 w 79"/>
                <a:gd name="T75" fmla="*/ 40 h 97"/>
                <a:gd name="T76" fmla="*/ 39 w 79"/>
                <a:gd name="T77" fmla="*/ 41 h 97"/>
                <a:gd name="T78" fmla="*/ 40 w 79"/>
                <a:gd name="T79" fmla="*/ 41 h 97"/>
                <a:gd name="T80" fmla="*/ 40 w 79"/>
                <a:gd name="T81" fmla="*/ 41 h 97"/>
                <a:gd name="T82" fmla="*/ 54 w 79"/>
                <a:gd name="T83" fmla="*/ 40 h 97"/>
                <a:gd name="T84" fmla="*/ 63 w 79"/>
                <a:gd name="T85" fmla="*/ 45 h 97"/>
                <a:gd name="T86" fmla="*/ 68 w 79"/>
                <a:gd name="T87" fmla="*/ 56 h 97"/>
                <a:gd name="T88" fmla="*/ 64 w 79"/>
                <a:gd name="T89" fmla="*/ 68 h 97"/>
                <a:gd name="T90" fmla="*/ 60 w 79"/>
                <a:gd name="T91" fmla="*/ 75 h 97"/>
                <a:gd name="T92" fmla="*/ 55 w 79"/>
                <a:gd name="T93" fmla="*/ 82 h 97"/>
                <a:gd name="T94" fmla="*/ 50 w 79"/>
                <a:gd name="T95" fmla="*/ 86 h 97"/>
                <a:gd name="T96" fmla="*/ 41 w 79"/>
                <a:gd name="T97" fmla="*/ 83 h 97"/>
                <a:gd name="T98" fmla="*/ 40 w 79"/>
                <a:gd name="T99" fmla="*/ 83 h 97"/>
                <a:gd name="T100" fmla="*/ 38 w 79"/>
                <a:gd name="T101" fmla="*/ 83 h 97"/>
                <a:gd name="T102" fmla="*/ 29 w 79"/>
                <a:gd name="T103" fmla="*/ 86 h 97"/>
                <a:gd name="T104" fmla="*/ 43 w 79"/>
                <a:gd name="T105" fmla="*/ 15 h 97"/>
                <a:gd name="T106" fmla="*/ 45 w 79"/>
                <a:gd name="T107" fmla="*/ 13 h 97"/>
                <a:gd name="T108" fmla="*/ 65 w 79"/>
                <a:gd name="T109" fmla="*/ 10 h 97"/>
                <a:gd name="T110" fmla="*/ 44 w 79"/>
                <a:gd name="T111" fmla="*/ 20 h 97"/>
                <a:gd name="T112" fmla="*/ 59 w 79"/>
                <a:gd name="T113" fmla="*/ 23 h 97"/>
                <a:gd name="T114" fmla="*/ 78 w 79"/>
                <a:gd name="T115" fmla="*/ 11 h 97"/>
                <a:gd name="T116" fmla="*/ 54 w 79"/>
                <a:gd name="T117" fmla="*/ 3 h 97"/>
                <a:gd name="T118" fmla="*/ 43 w 79"/>
                <a:gd name="T119" fmla="*/ 15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79" h="97">
                  <a:moveTo>
                    <a:pt x="36" y="27"/>
                  </a:moveTo>
                  <a:cubicBezTo>
                    <a:pt x="33" y="18"/>
                    <a:pt x="30" y="8"/>
                    <a:pt x="40" y="1"/>
                  </a:cubicBezTo>
                  <a:cubicBezTo>
                    <a:pt x="46" y="5"/>
                    <a:pt x="46" y="5"/>
                    <a:pt x="46" y="5"/>
                  </a:cubicBezTo>
                  <a:cubicBezTo>
                    <a:pt x="38" y="11"/>
                    <a:pt x="39" y="20"/>
                    <a:pt x="41" y="27"/>
                  </a:cubicBezTo>
                  <a:cubicBezTo>
                    <a:pt x="40" y="27"/>
                    <a:pt x="40" y="27"/>
                    <a:pt x="39" y="27"/>
                  </a:cubicBezTo>
                  <a:cubicBezTo>
                    <a:pt x="38" y="27"/>
                    <a:pt x="37" y="27"/>
                    <a:pt x="36" y="27"/>
                  </a:cubicBezTo>
                  <a:close/>
                  <a:moveTo>
                    <a:pt x="38" y="67"/>
                  </a:moveTo>
                  <a:cubicBezTo>
                    <a:pt x="38" y="67"/>
                    <a:pt x="38" y="59"/>
                    <a:pt x="34" y="58"/>
                  </a:cubicBezTo>
                  <a:cubicBezTo>
                    <a:pt x="30" y="58"/>
                    <a:pt x="28" y="62"/>
                    <a:pt x="29" y="64"/>
                  </a:cubicBezTo>
                  <a:cubicBezTo>
                    <a:pt x="30" y="66"/>
                    <a:pt x="38" y="67"/>
                    <a:pt x="38" y="67"/>
                  </a:cubicBezTo>
                  <a:close/>
                  <a:moveTo>
                    <a:pt x="41" y="67"/>
                  </a:moveTo>
                  <a:cubicBezTo>
                    <a:pt x="41" y="67"/>
                    <a:pt x="42" y="59"/>
                    <a:pt x="46" y="58"/>
                  </a:cubicBezTo>
                  <a:cubicBezTo>
                    <a:pt x="50" y="58"/>
                    <a:pt x="52" y="62"/>
                    <a:pt x="50" y="64"/>
                  </a:cubicBezTo>
                  <a:cubicBezTo>
                    <a:pt x="49" y="66"/>
                    <a:pt x="41" y="67"/>
                    <a:pt x="41" y="67"/>
                  </a:cubicBezTo>
                  <a:close/>
                  <a:moveTo>
                    <a:pt x="40" y="94"/>
                  </a:moveTo>
                  <a:cubicBezTo>
                    <a:pt x="33" y="97"/>
                    <a:pt x="29" y="97"/>
                    <a:pt x="25" y="96"/>
                  </a:cubicBezTo>
                  <a:cubicBezTo>
                    <a:pt x="21" y="95"/>
                    <a:pt x="19" y="93"/>
                    <a:pt x="16" y="89"/>
                  </a:cubicBezTo>
                  <a:cubicBezTo>
                    <a:pt x="14" y="86"/>
                    <a:pt x="12" y="83"/>
                    <a:pt x="10" y="81"/>
                  </a:cubicBezTo>
                  <a:cubicBezTo>
                    <a:pt x="8" y="78"/>
                    <a:pt x="7" y="75"/>
                    <a:pt x="5" y="72"/>
                  </a:cubicBezTo>
                  <a:cubicBezTo>
                    <a:pt x="3" y="67"/>
                    <a:pt x="0" y="61"/>
                    <a:pt x="0" y="55"/>
                  </a:cubicBezTo>
                  <a:cubicBezTo>
                    <a:pt x="0" y="48"/>
                    <a:pt x="1" y="42"/>
                    <a:pt x="7" y="37"/>
                  </a:cubicBezTo>
                  <a:cubicBezTo>
                    <a:pt x="11" y="33"/>
                    <a:pt x="16" y="31"/>
                    <a:pt x="22" y="30"/>
                  </a:cubicBezTo>
                  <a:cubicBezTo>
                    <a:pt x="27" y="29"/>
                    <a:pt x="33" y="29"/>
                    <a:pt x="40" y="31"/>
                  </a:cubicBezTo>
                  <a:cubicBezTo>
                    <a:pt x="46" y="29"/>
                    <a:pt x="52" y="29"/>
                    <a:pt x="57" y="30"/>
                  </a:cubicBezTo>
                  <a:cubicBezTo>
                    <a:pt x="63" y="31"/>
                    <a:pt x="68" y="33"/>
                    <a:pt x="72" y="37"/>
                  </a:cubicBezTo>
                  <a:cubicBezTo>
                    <a:pt x="78" y="42"/>
                    <a:pt x="79" y="48"/>
                    <a:pt x="79" y="55"/>
                  </a:cubicBezTo>
                  <a:cubicBezTo>
                    <a:pt x="79" y="61"/>
                    <a:pt x="76" y="67"/>
                    <a:pt x="74" y="72"/>
                  </a:cubicBezTo>
                  <a:cubicBezTo>
                    <a:pt x="72" y="75"/>
                    <a:pt x="71" y="78"/>
                    <a:pt x="69" y="81"/>
                  </a:cubicBezTo>
                  <a:cubicBezTo>
                    <a:pt x="67" y="83"/>
                    <a:pt x="65" y="86"/>
                    <a:pt x="63" y="89"/>
                  </a:cubicBezTo>
                  <a:cubicBezTo>
                    <a:pt x="60" y="93"/>
                    <a:pt x="58" y="95"/>
                    <a:pt x="54" y="96"/>
                  </a:cubicBezTo>
                  <a:cubicBezTo>
                    <a:pt x="50" y="97"/>
                    <a:pt x="46" y="97"/>
                    <a:pt x="40" y="94"/>
                  </a:cubicBezTo>
                  <a:close/>
                  <a:moveTo>
                    <a:pt x="29" y="86"/>
                  </a:moveTo>
                  <a:cubicBezTo>
                    <a:pt x="27" y="86"/>
                    <a:pt x="26" y="84"/>
                    <a:pt x="24" y="82"/>
                  </a:cubicBezTo>
                  <a:cubicBezTo>
                    <a:pt x="22" y="80"/>
                    <a:pt x="21" y="77"/>
                    <a:pt x="19" y="75"/>
                  </a:cubicBezTo>
                  <a:cubicBezTo>
                    <a:pt x="18" y="73"/>
                    <a:pt x="17" y="71"/>
                    <a:pt x="15" y="68"/>
                  </a:cubicBezTo>
                  <a:cubicBezTo>
                    <a:pt x="13" y="64"/>
                    <a:pt x="12" y="60"/>
                    <a:pt x="11" y="56"/>
                  </a:cubicBezTo>
                  <a:cubicBezTo>
                    <a:pt x="11" y="52"/>
                    <a:pt x="12" y="48"/>
                    <a:pt x="16" y="45"/>
                  </a:cubicBezTo>
                  <a:cubicBezTo>
                    <a:pt x="18" y="42"/>
                    <a:pt x="21" y="41"/>
                    <a:pt x="25" y="40"/>
                  </a:cubicBezTo>
                  <a:cubicBezTo>
                    <a:pt x="29" y="40"/>
                    <a:pt x="34" y="40"/>
                    <a:pt x="39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0" y="41"/>
                    <a:pt x="40" y="41"/>
                    <a:pt x="40" y="41"/>
                  </a:cubicBezTo>
                  <a:cubicBezTo>
                    <a:pt x="45" y="40"/>
                    <a:pt x="50" y="40"/>
                    <a:pt x="54" y="40"/>
                  </a:cubicBezTo>
                  <a:cubicBezTo>
                    <a:pt x="58" y="41"/>
                    <a:pt x="61" y="42"/>
                    <a:pt x="63" y="45"/>
                  </a:cubicBezTo>
                  <a:cubicBezTo>
                    <a:pt x="67" y="48"/>
                    <a:pt x="68" y="52"/>
                    <a:pt x="68" y="56"/>
                  </a:cubicBezTo>
                  <a:cubicBezTo>
                    <a:pt x="67" y="60"/>
                    <a:pt x="66" y="64"/>
                    <a:pt x="64" y="68"/>
                  </a:cubicBezTo>
                  <a:cubicBezTo>
                    <a:pt x="62" y="71"/>
                    <a:pt x="61" y="73"/>
                    <a:pt x="60" y="75"/>
                  </a:cubicBezTo>
                  <a:cubicBezTo>
                    <a:pt x="58" y="77"/>
                    <a:pt x="57" y="80"/>
                    <a:pt x="55" y="82"/>
                  </a:cubicBezTo>
                  <a:cubicBezTo>
                    <a:pt x="53" y="84"/>
                    <a:pt x="52" y="86"/>
                    <a:pt x="50" y="86"/>
                  </a:cubicBezTo>
                  <a:cubicBezTo>
                    <a:pt x="48" y="87"/>
                    <a:pt x="45" y="86"/>
                    <a:pt x="41" y="83"/>
                  </a:cubicBezTo>
                  <a:cubicBezTo>
                    <a:pt x="40" y="83"/>
                    <a:pt x="40" y="83"/>
                    <a:pt x="40" y="83"/>
                  </a:cubicBezTo>
                  <a:cubicBezTo>
                    <a:pt x="38" y="83"/>
                    <a:pt x="38" y="83"/>
                    <a:pt x="38" y="83"/>
                  </a:cubicBezTo>
                  <a:cubicBezTo>
                    <a:pt x="34" y="86"/>
                    <a:pt x="31" y="87"/>
                    <a:pt x="29" y="86"/>
                  </a:cubicBezTo>
                  <a:close/>
                  <a:moveTo>
                    <a:pt x="43" y="15"/>
                  </a:moveTo>
                  <a:cubicBezTo>
                    <a:pt x="44" y="14"/>
                    <a:pt x="44" y="14"/>
                    <a:pt x="45" y="13"/>
                  </a:cubicBezTo>
                  <a:cubicBezTo>
                    <a:pt x="52" y="11"/>
                    <a:pt x="65" y="10"/>
                    <a:pt x="65" y="10"/>
                  </a:cubicBezTo>
                  <a:cubicBezTo>
                    <a:pt x="58" y="12"/>
                    <a:pt x="49" y="15"/>
                    <a:pt x="44" y="20"/>
                  </a:cubicBezTo>
                  <a:cubicBezTo>
                    <a:pt x="47" y="22"/>
                    <a:pt x="51" y="25"/>
                    <a:pt x="59" y="23"/>
                  </a:cubicBezTo>
                  <a:cubicBezTo>
                    <a:pt x="68" y="22"/>
                    <a:pt x="78" y="11"/>
                    <a:pt x="78" y="11"/>
                  </a:cubicBezTo>
                  <a:cubicBezTo>
                    <a:pt x="78" y="11"/>
                    <a:pt x="62" y="0"/>
                    <a:pt x="54" y="3"/>
                  </a:cubicBezTo>
                  <a:cubicBezTo>
                    <a:pt x="48" y="5"/>
                    <a:pt x="44" y="11"/>
                    <a:pt x="43" y="15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68572" tIns="34287" rIns="68572" bIns="34287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>
                <a:lnSpc>
                  <a:spcPct val="120000"/>
                </a:lnSpc>
              </a:pPr>
              <a:endParaRPr lang="zh-CN" altLang="en-US" sz="675">
                <a:solidFill>
                  <a:prstClr val="black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6" name="Freeform 151"/>
            <p:cNvSpPr>
              <a:spLocks noEditPoints="1"/>
            </p:cNvSpPr>
            <p:nvPr/>
          </p:nvSpPr>
          <p:spPr bwMode="auto">
            <a:xfrm>
              <a:off x="7453812" y="2537454"/>
              <a:ext cx="310531" cy="388598"/>
            </a:xfrm>
            <a:custGeom>
              <a:avLst/>
              <a:gdLst>
                <a:gd name="T0" fmla="*/ 49 w 83"/>
                <a:gd name="T1" fmla="*/ 71 h 104"/>
                <a:gd name="T2" fmla="*/ 43 w 83"/>
                <a:gd name="T3" fmla="*/ 71 h 104"/>
                <a:gd name="T4" fmla="*/ 60 w 83"/>
                <a:gd name="T5" fmla="*/ 99 h 104"/>
                <a:gd name="T6" fmla="*/ 69 w 83"/>
                <a:gd name="T7" fmla="*/ 104 h 104"/>
                <a:gd name="T8" fmla="*/ 77 w 83"/>
                <a:gd name="T9" fmla="*/ 69 h 104"/>
                <a:gd name="T10" fmla="*/ 78 w 83"/>
                <a:gd name="T11" fmla="*/ 27 h 104"/>
                <a:gd name="T12" fmla="*/ 52 w 83"/>
                <a:gd name="T13" fmla="*/ 35 h 104"/>
                <a:gd name="T14" fmla="*/ 32 w 83"/>
                <a:gd name="T15" fmla="*/ 38 h 104"/>
                <a:gd name="T16" fmla="*/ 24 w 83"/>
                <a:gd name="T17" fmla="*/ 37 h 104"/>
                <a:gd name="T18" fmla="*/ 8 w 83"/>
                <a:gd name="T19" fmla="*/ 54 h 104"/>
                <a:gd name="T20" fmla="*/ 12 w 83"/>
                <a:gd name="T21" fmla="*/ 90 h 104"/>
                <a:gd name="T22" fmla="*/ 20 w 83"/>
                <a:gd name="T23" fmla="*/ 104 h 104"/>
                <a:gd name="T24" fmla="*/ 41 w 83"/>
                <a:gd name="T25" fmla="*/ 104 h 104"/>
                <a:gd name="T26" fmla="*/ 42 w 83"/>
                <a:gd name="T27" fmla="*/ 0 h 104"/>
                <a:gd name="T28" fmla="*/ 59 w 83"/>
                <a:gd name="T29" fmla="*/ 17 h 104"/>
                <a:gd name="T30" fmla="*/ 42 w 83"/>
                <a:gd name="T31" fmla="*/ 35 h 104"/>
                <a:gd name="T32" fmla="*/ 25 w 83"/>
                <a:gd name="T33" fmla="*/ 17 h 104"/>
                <a:gd name="T34" fmla="*/ 42 w 83"/>
                <a:gd name="T35" fmla="*/ 0 h 104"/>
                <a:gd name="T36" fmla="*/ 52 w 83"/>
                <a:gd name="T37" fmla="*/ 17 h 104"/>
                <a:gd name="T38" fmla="*/ 42 w 83"/>
                <a:gd name="T39" fmla="*/ 27 h 104"/>
                <a:gd name="T40" fmla="*/ 32 w 83"/>
                <a:gd name="T41" fmla="*/ 17 h 104"/>
                <a:gd name="T42" fmla="*/ 42 w 83"/>
                <a:gd name="T43" fmla="*/ 8 h 104"/>
                <a:gd name="T44" fmla="*/ 41 w 83"/>
                <a:gd name="T45" fmla="*/ 57 h 104"/>
                <a:gd name="T46" fmla="*/ 41 w 83"/>
                <a:gd name="T47" fmla="*/ 85 h 104"/>
                <a:gd name="T48" fmla="*/ 41 w 83"/>
                <a:gd name="T49" fmla="*/ 57 h 104"/>
                <a:gd name="T50" fmla="*/ 21 w 83"/>
                <a:gd name="T51" fmla="*/ 54 h 104"/>
                <a:gd name="T52" fmla="*/ 29 w 83"/>
                <a:gd name="T53" fmla="*/ 48 h 104"/>
                <a:gd name="T54" fmla="*/ 33 w 83"/>
                <a:gd name="T55" fmla="*/ 53 h 104"/>
                <a:gd name="T56" fmla="*/ 27 w 83"/>
                <a:gd name="T57" fmla="*/ 54 h 104"/>
                <a:gd name="T58" fmla="*/ 25 w 83"/>
                <a:gd name="T59" fmla="*/ 57 h 104"/>
                <a:gd name="T60" fmla="*/ 62 w 83"/>
                <a:gd name="T61" fmla="*/ 57 h 104"/>
                <a:gd name="T62" fmla="*/ 58 w 83"/>
                <a:gd name="T63" fmla="*/ 55 h 104"/>
                <a:gd name="T64" fmla="*/ 54 w 83"/>
                <a:gd name="T65" fmla="*/ 53 h 104"/>
                <a:gd name="T66" fmla="*/ 49 w 83"/>
                <a:gd name="T67" fmla="*/ 49 h 104"/>
                <a:gd name="T68" fmla="*/ 59 w 83"/>
                <a:gd name="T69" fmla="*/ 50 h 104"/>
                <a:gd name="T70" fmla="*/ 62 w 83"/>
                <a:gd name="T71" fmla="*/ 57 h 104"/>
                <a:gd name="T72" fmla="*/ 39 w 83"/>
                <a:gd name="T73" fmla="*/ 71 h 104"/>
                <a:gd name="T74" fmla="*/ 33 w 83"/>
                <a:gd name="T75" fmla="*/ 71 h 1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83" h="104">
                  <a:moveTo>
                    <a:pt x="46" y="66"/>
                  </a:moveTo>
                  <a:cubicBezTo>
                    <a:pt x="48" y="66"/>
                    <a:pt x="49" y="69"/>
                    <a:pt x="49" y="71"/>
                  </a:cubicBezTo>
                  <a:cubicBezTo>
                    <a:pt x="49" y="74"/>
                    <a:pt x="48" y="76"/>
                    <a:pt x="46" y="76"/>
                  </a:cubicBezTo>
                  <a:cubicBezTo>
                    <a:pt x="45" y="76"/>
                    <a:pt x="43" y="74"/>
                    <a:pt x="43" y="71"/>
                  </a:cubicBezTo>
                  <a:cubicBezTo>
                    <a:pt x="43" y="69"/>
                    <a:pt x="45" y="66"/>
                    <a:pt x="46" y="66"/>
                  </a:cubicBezTo>
                  <a:close/>
                  <a:moveTo>
                    <a:pt x="60" y="99"/>
                  </a:moveTo>
                  <a:cubicBezTo>
                    <a:pt x="62" y="104"/>
                    <a:pt x="62" y="104"/>
                    <a:pt x="62" y="104"/>
                  </a:cubicBezTo>
                  <a:cubicBezTo>
                    <a:pt x="69" y="104"/>
                    <a:pt x="69" y="104"/>
                    <a:pt x="69" y="104"/>
                  </a:cubicBezTo>
                  <a:cubicBezTo>
                    <a:pt x="69" y="91"/>
                    <a:pt x="69" y="91"/>
                    <a:pt x="69" y="91"/>
                  </a:cubicBezTo>
                  <a:cubicBezTo>
                    <a:pt x="74" y="85"/>
                    <a:pt x="77" y="77"/>
                    <a:pt x="77" y="69"/>
                  </a:cubicBezTo>
                  <a:cubicBezTo>
                    <a:pt x="77" y="64"/>
                    <a:pt x="76" y="59"/>
                    <a:pt x="74" y="54"/>
                  </a:cubicBezTo>
                  <a:cubicBezTo>
                    <a:pt x="80" y="48"/>
                    <a:pt x="83" y="37"/>
                    <a:pt x="78" y="27"/>
                  </a:cubicBezTo>
                  <a:cubicBezTo>
                    <a:pt x="70" y="28"/>
                    <a:pt x="63" y="32"/>
                    <a:pt x="58" y="37"/>
                  </a:cubicBezTo>
                  <a:cubicBezTo>
                    <a:pt x="57" y="36"/>
                    <a:pt x="54" y="36"/>
                    <a:pt x="52" y="35"/>
                  </a:cubicBezTo>
                  <a:cubicBezTo>
                    <a:pt x="51" y="38"/>
                    <a:pt x="51" y="38"/>
                    <a:pt x="51" y="38"/>
                  </a:cubicBezTo>
                  <a:cubicBezTo>
                    <a:pt x="44" y="37"/>
                    <a:pt x="40" y="37"/>
                    <a:pt x="32" y="38"/>
                  </a:cubicBezTo>
                  <a:cubicBezTo>
                    <a:pt x="31" y="35"/>
                    <a:pt x="31" y="35"/>
                    <a:pt x="31" y="35"/>
                  </a:cubicBezTo>
                  <a:cubicBezTo>
                    <a:pt x="29" y="35"/>
                    <a:pt x="26" y="36"/>
                    <a:pt x="24" y="37"/>
                  </a:cubicBezTo>
                  <a:cubicBezTo>
                    <a:pt x="20" y="32"/>
                    <a:pt x="12" y="28"/>
                    <a:pt x="5" y="27"/>
                  </a:cubicBezTo>
                  <a:cubicBezTo>
                    <a:pt x="0" y="37"/>
                    <a:pt x="3" y="48"/>
                    <a:pt x="8" y="54"/>
                  </a:cubicBezTo>
                  <a:cubicBezTo>
                    <a:pt x="6" y="59"/>
                    <a:pt x="5" y="63"/>
                    <a:pt x="5" y="69"/>
                  </a:cubicBezTo>
                  <a:cubicBezTo>
                    <a:pt x="5" y="77"/>
                    <a:pt x="8" y="84"/>
                    <a:pt x="12" y="90"/>
                  </a:cubicBezTo>
                  <a:cubicBezTo>
                    <a:pt x="13" y="104"/>
                    <a:pt x="13" y="104"/>
                    <a:pt x="13" y="104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22" y="99"/>
                    <a:pt x="22" y="99"/>
                    <a:pt x="22" y="99"/>
                  </a:cubicBezTo>
                  <a:cubicBezTo>
                    <a:pt x="27" y="102"/>
                    <a:pt x="34" y="104"/>
                    <a:pt x="41" y="104"/>
                  </a:cubicBezTo>
                  <a:cubicBezTo>
                    <a:pt x="48" y="104"/>
                    <a:pt x="55" y="102"/>
                    <a:pt x="60" y="99"/>
                  </a:cubicBezTo>
                  <a:close/>
                  <a:moveTo>
                    <a:pt x="42" y="0"/>
                  </a:moveTo>
                  <a:cubicBezTo>
                    <a:pt x="47" y="0"/>
                    <a:pt x="51" y="2"/>
                    <a:pt x="54" y="5"/>
                  </a:cubicBezTo>
                  <a:cubicBezTo>
                    <a:pt x="57" y="8"/>
                    <a:pt x="59" y="13"/>
                    <a:pt x="59" y="17"/>
                  </a:cubicBezTo>
                  <a:cubicBezTo>
                    <a:pt x="59" y="22"/>
                    <a:pt x="57" y="26"/>
                    <a:pt x="54" y="30"/>
                  </a:cubicBezTo>
                  <a:cubicBezTo>
                    <a:pt x="51" y="33"/>
                    <a:pt x="47" y="35"/>
                    <a:pt x="42" y="35"/>
                  </a:cubicBezTo>
                  <a:cubicBezTo>
                    <a:pt x="37" y="35"/>
                    <a:pt x="33" y="33"/>
                    <a:pt x="30" y="30"/>
                  </a:cubicBezTo>
                  <a:cubicBezTo>
                    <a:pt x="27" y="26"/>
                    <a:pt x="25" y="22"/>
                    <a:pt x="25" y="17"/>
                  </a:cubicBezTo>
                  <a:cubicBezTo>
                    <a:pt x="25" y="13"/>
                    <a:pt x="27" y="8"/>
                    <a:pt x="30" y="5"/>
                  </a:cubicBezTo>
                  <a:cubicBezTo>
                    <a:pt x="33" y="2"/>
                    <a:pt x="37" y="0"/>
                    <a:pt x="42" y="0"/>
                  </a:cubicBezTo>
                  <a:close/>
                  <a:moveTo>
                    <a:pt x="49" y="10"/>
                  </a:moveTo>
                  <a:cubicBezTo>
                    <a:pt x="51" y="12"/>
                    <a:pt x="52" y="15"/>
                    <a:pt x="52" y="17"/>
                  </a:cubicBezTo>
                  <a:cubicBezTo>
                    <a:pt x="52" y="20"/>
                    <a:pt x="51" y="23"/>
                    <a:pt x="49" y="24"/>
                  </a:cubicBezTo>
                  <a:cubicBezTo>
                    <a:pt x="47" y="26"/>
                    <a:pt x="45" y="27"/>
                    <a:pt x="42" y="27"/>
                  </a:cubicBezTo>
                  <a:cubicBezTo>
                    <a:pt x="39" y="27"/>
                    <a:pt x="37" y="26"/>
                    <a:pt x="35" y="24"/>
                  </a:cubicBezTo>
                  <a:cubicBezTo>
                    <a:pt x="33" y="23"/>
                    <a:pt x="32" y="20"/>
                    <a:pt x="32" y="17"/>
                  </a:cubicBezTo>
                  <a:cubicBezTo>
                    <a:pt x="32" y="15"/>
                    <a:pt x="33" y="12"/>
                    <a:pt x="35" y="10"/>
                  </a:cubicBezTo>
                  <a:cubicBezTo>
                    <a:pt x="37" y="9"/>
                    <a:pt x="39" y="8"/>
                    <a:pt x="42" y="8"/>
                  </a:cubicBezTo>
                  <a:cubicBezTo>
                    <a:pt x="45" y="8"/>
                    <a:pt x="47" y="9"/>
                    <a:pt x="49" y="10"/>
                  </a:cubicBezTo>
                  <a:close/>
                  <a:moveTo>
                    <a:pt x="41" y="57"/>
                  </a:moveTo>
                  <a:cubicBezTo>
                    <a:pt x="33" y="57"/>
                    <a:pt x="27" y="64"/>
                    <a:pt x="27" y="71"/>
                  </a:cubicBezTo>
                  <a:cubicBezTo>
                    <a:pt x="27" y="79"/>
                    <a:pt x="33" y="85"/>
                    <a:pt x="41" y="85"/>
                  </a:cubicBezTo>
                  <a:cubicBezTo>
                    <a:pt x="49" y="85"/>
                    <a:pt x="55" y="79"/>
                    <a:pt x="55" y="71"/>
                  </a:cubicBezTo>
                  <a:cubicBezTo>
                    <a:pt x="55" y="64"/>
                    <a:pt x="49" y="57"/>
                    <a:pt x="41" y="57"/>
                  </a:cubicBezTo>
                  <a:close/>
                  <a:moveTo>
                    <a:pt x="21" y="57"/>
                  </a:moveTo>
                  <a:cubicBezTo>
                    <a:pt x="21" y="56"/>
                    <a:pt x="21" y="55"/>
                    <a:pt x="21" y="54"/>
                  </a:cubicBezTo>
                  <a:cubicBezTo>
                    <a:pt x="22" y="52"/>
                    <a:pt x="23" y="51"/>
                    <a:pt x="24" y="50"/>
                  </a:cubicBezTo>
                  <a:cubicBezTo>
                    <a:pt x="26" y="49"/>
                    <a:pt x="27" y="49"/>
                    <a:pt x="29" y="48"/>
                  </a:cubicBezTo>
                  <a:cubicBezTo>
                    <a:pt x="31" y="48"/>
                    <a:pt x="32" y="49"/>
                    <a:pt x="34" y="49"/>
                  </a:cubicBezTo>
                  <a:cubicBezTo>
                    <a:pt x="33" y="53"/>
                    <a:pt x="33" y="53"/>
                    <a:pt x="33" y="53"/>
                  </a:cubicBezTo>
                  <a:cubicBezTo>
                    <a:pt x="31" y="53"/>
                    <a:pt x="30" y="53"/>
                    <a:pt x="29" y="53"/>
                  </a:cubicBezTo>
                  <a:cubicBezTo>
                    <a:pt x="28" y="53"/>
                    <a:pt x="27" y="53"/>
                    <a:pt x="27" y="54"/>
                  </a:cubicBezTo>
                  <a:cubicBezTo>
                    <a:pt x="26" y="54"/>
                    <a:pt x="26" y="54"/>
                    <a:pt x="25" y="55"/>
                  </a:cubicBezTo>
                  <a:cubicBezTo>
                    <a:pt x="25" y="56"/>
                    <a:pt x="25" y="56"/>
                    <a:pt x="25" y="57"/>
                  </a:cubicBezTo>
                  <a:cubicBezTo>
                    <a:pt x="21" y="57"/>
                    <a:pt x="21" y="57"/>
                    <a:pt x="21" y="57"/>
                  </a:cubicBezTo>
                  <a:close/>
                  <a:moveTo>
                    <a:pt x="62" y="57"/>
                  </a:moveTo>
                  <a:cubicBezTo>
                    <a:pt x="58" y="57"/>
                    <a:pt x="58" y="57"/>
                    <a:pt x="58" y="57"/>
                  </a:cubicBezTo>
                  <a:cubicBezTo>
                    <a:pt x="58" y="56"/>
                    <a:pt x="58" y="56"/>
                    <a:pt x="58" y="55"/>
                  </a:cubicBezTo>
                  <a:cubicBezTo>
                    <a:pt x="57" y="54"/>
                    <a:pt x="57" y="54"/>
                    <a:pt x="56" y="54"/>
                  </a:cubicBezTo>
                  <a:cubicBezTo>
                    <a:pt x="56" y="53"/>
                    <a:pt x="55" y="53"/>
                    <a:pt x="54" y="53"/>
                  </a:cubicBezTo>
                  <a:cubicBezTo>
                    <a:pt x="53" y="53"/>
                    <a:pt x="51" y="53"/>
                    <a:pt x="50" y="53"/>
                  </a:cubicBezTo>
                  <a:cubicBezTo>
                    <a:pt x="49" y="49"/>
                    <a:pt x="49" y="49"/>
                    <a:pt x="49" y="49"/>
                  </a:cubicBezTo>
                  <a:cubicBezTo>
                    <a:pt x="50" y="49"/>
                    <a:pt x="52" y="48"/>
                    <a:pt x="54" y="48"/>
                  </a:cubicBezTo>
                  <a:cubicBezTo>
                    <a:pt x="56" y="49"/>
                    <a:pt x="57" y="49"/>
                    <a:pt x="59" y="50"/>
                  </a:cubicBezTo>
                  <a:cubicBezTo>
                    <a:pt x="60" y="51"/>
                    <a:pt x="61" y="52"/>
                    <a:pt x="62" y="54"/>
                  </a:cubicBezTo>
                  <a:cubicBezTo>
                    <a:pt x="62" y="55"/>
                    <a:pt x="62" y="56"/>
                    <a:pt x="62" y="57"/>
                  </a:cubicBezTo>
                  <a:close/>
                  <a:moveTo>
                    <a:pt x="36" y="66"/>
                  </a:moveTo>
                  <a:cubicBezTo>
                    <a:pt x="37" y="66"/>
                    <a:pt x="39" y="69"/>
                    <a:pt x="39" y="71"/>
                  </a:cubicBezTo>
                  <a:cubicBezTo>
                    <a:pt x="39" y="74"/>
                    <a:pt x="37" y="76"/>
                    <a:pt x="36" y="76"/>
                  </a:cubicBezTo>
                  <a:cubicBezTo>
                    <a:pt x="34" y="76"/>
                    <a:pt x="33" y="74"/>
                    <a:pt x="33" y="71"/>
                  </a:cubicBezTo>
                  <a:cubicBezTo>
                    <a:pt x="33" y="69"/>
                    <a:pt x="34" y="66"/>
                    <a:pt x="36" y="66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68572" tIns="34287" rIns="68572" bIns="34287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>
                <a:lnSpc>
                  <a:spcPct val="120000"/>
                </a:lnSpc>
              </a:pPr>
              <a:endParaRPr lang="zh-CN" altLang="en-US" sz="675">
                <a:solidFill>
                  <a:prstClr val="black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7" name="Freeform 152"/>
            <p:cNvSpPr>
              <a:spLocks noEditPoints="1"/>
            </p:cNvSpPr>
            <p:nvPr/>
          </p:nvSpPr>
          <p:spPr bwMode="auto">
            <a:xfrm>
              <a:off x="5944618" y="1978825"/>
              <a:ext cx="343494" cy="329615"/>
            </a:xfrm>
            <a:custGeom>
              <a:avLst/>
              <a:gdLst>
                <a:gd name="T0" fmla="*/ 80 w 198"/>
                <a:gd name="T1" fmla="*/ 39 h 190"/>
                <a:gd name="T2" fmla="*/ 32 w 198"/>
                <a:gd name="T3" fmla="*/ 39 h 190"/>
                <a:gd name="T4" fmla="*/ 24 w 198"/>
                <a:gd name="T5" fmla="*/ 52 h 190"/>
                <a:gd name="T6" fmla="*/ 32 w 198"/>
                <a:gd name="T7" fmla="*/ 65 h 190"/>
                <a:gd name="T8" fmla="*/ 80 w 198"/>
                <a:gd name="T9" fmla="*/ 65 h 190"/>
                <a:gd name="T10" fmla="*/ 80 w 198"/>
                <a:gd name="T11" fmla="*/ 39 h 190"/>
                <a:gd name="T12" fmla="*/ 80 w 198"/>
                <a:gd name="T13" fmla="*/ 39 h 190"/>
                <a:gd name="T14" fmla="*/ 114 w 198"/>
                <a:gd name="T15" fmla="*/ 65 h 190"/>
                <a:gd name="T16" fmla="*/ 170 w 198"/>
                <a:gd name="T17" fmla="*/ 65 h 190"/>
                <a:gd name="T18" fmla="*/ 177 w 198"/>
                <a:gd name="T19" fmla="*/ 65 h 190"/>
                <a:gd name="T20" fmla="*/ 179 w 198"/>
                <a:gd name="T21" fmla="*/ 69 h 190"/>
                <a:gd name="T22" fmla="*/ 194 w 198"/>
                <a:gd name="T23" fmla="*/ 93 h 190"/>
                <a:gd name="T24" fmla="*/ 198 w 198"/>
                <a:gd name="T25" fmla="*/ 99 h 190"/>
                <a:gd name="T26" fmla="*/ 194 w 198"/>
                <a:gd name="T27" fmla="*/ 103 h 190"/>
                <a:gd name="T28" fmla="*/ 179 w 198"/>
                <a:gd name="T29" fmla="*/ 127 h 190"/>
                <a:gd name="T30" fmla="*/ 177 w 198"/>
                <a:gd name="T31" fmla="*/ 134 h 190"/>
                <a:gd name="T32" fmla="*/ 170 w 198"/>
                <a:gd name="T33" fmla="*/ 134 h 190"/>
                <a:gd name="T34" fmla="*/ 114 w 198"/>
                <a:gd name="T35" fmla="*/ 134 h 190"/>
                <a:gd name="T36" fmla="*/ 114 w 198"/>
                <a:gd name="T37" fmla="*/ 164 h 190"/>
                <a:gd name="T38" fmla="*/ 164 w 198"/>
                <a:gd name="T39" fmla="*/ 164 h 190"/>
                <a:gd name="T40" fmla="*/ 164 w 198"/>
                <a:gd name="T41" fmla="*/ 190 h 190"/>
                <a:gd name="T42" fmla="*/ 37 w 198"/>
                <a:gd name="T43" fmla="*/ 190 h 190"/>
                <a:gd name="T44" fmla="*/ 37 w 198"/>
                <a:gd name="T45" fmla="*/ 164 h 190"/>
                <a:gd name="T46" fmla="*/ 82 w 198"/>
                <a:gd name="T47" fmla="*/ 164 h 190"/>
                <a:gd name="T48" fmla="*/ 82 w 198"/>
                <a:gd name="T49" fmla="*/ 86 h 190"/>
                <a:gd name="T50" fmla="*/ 26 w 198"/>
                <a:gd name="T51" fmla="*/ 86 h 190"/>
                <a:gd name="T52" fmla="*/ 19 w 198"/>
                <a:gd name="T53" fmla="*/ 86 h 190"/>
                <a:gd name="T54" fmla="*/ 17 w 198"/>
                <a:gd name="T55" fmla="*/ 80 h 190"/>
                <a:gd name="T56" fmla="*/ 2 w 198"/>
                <a:gd name="T57" fmla="*/ 56 h 190"/>
                <a:gd name="T58" fmla="*/ 0 w 198"/>
                <a:gd name="T59" fmla="*/ 52 h 190"/>
                <a:gd name="T60" fmla="*/ 2 w 198"/>
                <a:gd name="T61" fmla="*/ 45 h 190"/>
                <a:gd name="T62" fmla="*/ 17 w 198"/>
                <a:gd name="T63" fmla="*/ 21 h 190"/>
                <a:gd name="T64" fmla="*/ 19 w 198"/>
                <a:gd name="T65" fmla="*/ 17 h 190"/>
                <a:gd name="T66" fmla="*/ 26 w 198"/>
                <a:gd name="T67" fmla="*/ 17 h 190"/>
                <a:gd name="T68" fmla="*/ 82 w 198"/>
                <a:gd name="T69" fmla="*/ 17 h 190"/>
                <a:gd name="T70" fmla="*/ 82 w 198"/>
                <a:gd name="T71" fmla="*/ 13 h 190"/>
                <a:gd name="T72" fmla="*/ 99 w 198"/>
                <a:gd name="T73" fmla="*/ 0 h 190"/>
                <a:gd name="T74" fmla="*/ 114 w 198"/>
                <a:gd name="T75" fmla="*/ 13 h 190"/>
                <a:gd name="T76" fmla="*/ 114 w 198"/>
                <a:gd name="T77" fmla="*/ 65 h 190"/>
                <a:gd name="T78" fmla="*/ 114 w 198"/>
                <a:gd name="T79" fmla="*/ 65 h 190"/>
                <a:gd name="T80" fmla="*/ 166 w 198"/>
                <a:gd name="T81" fmla="*/ 84 h 190"/>
                <a:gd name="T82" fmla="*/ 116 w 198"/>
                <a:gd name="T83" fmla="*/ 84 h 190"/>
                <a:gd name="T84" fmla="*/ 116 w 198"/>
                <a:gd name="T85" fmla="*/ 112 h 190"/>
                <a:gd name="T86" fmla="*/ 166 w 198"/>
                <a:gd name="T87" fmla="*/ 112 h 190"/>
                <a:gd name="T88" fmla="*/ 175 w 198"/>
                <a:gd name="T89" fmla="*/ 99 h 190"/>
                <a:gd name="T90" fmla="*/ 166 w 198"/>
                <a:gd name="T91" fmla="*/ 84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98" h="190">
                  <a:moveTo>
                    <a:pt x="80" y="39"/>
                  </a:moveTo>
                  <a:lnTo>
                    <a:pt x="32" y="39"/>
                  </a:lnTo>
                  <a:lnTo>
                    <a:pt x="24" y="52"/>
                  </a:lnTo>
                  <a:lnTo>
                    <a:pt x="32" y="65"/>
                  </a:lnTo>
                  <a:lnTo>
                    <a:pt x="80" y="65"/>
                  </a:lnTo>
                  <a:lnTo>
                    <a:pt x="80" y="39"/>
                  </a:lnTo>
                  <a:lnTo>
                    <a:pt x="80" y="39"/>
                  </a:lnTo>
                  <a:close/>
                  <a:moveTo>
                    <a:pt x="114" y="65"/>
                  </a:moveTo>
                  <a:lnTo>
                    <a:pt x="170" y="65"/>
                  </a:lnTo>
                  <a:lnTo>
                    <a:pt x="177" y="65"/>
                  </a:lnTo>
                  <a:lnTo>
                    <a:pt x="179" y="69"/>
                  </a:lnTo>
                  <a:lnTo>
                    <a:pt x="194" y="93"/>
                  </a:lnTo>
                  <a:lnTo>
                    <a:pt x="198" y="99"/>
                  </a:lnTo>
                  <a:lnTo>
                    <a:pt x="194" y="103"/>
                  </a:lnTo>
                  <a:lnTo>
                    <a:pt x="179" y="127"/>
                  </a:lnTo>
                  <a:lnTo>
                    <a:pt x="177" y="134"/>
                  </a:lnTo>
                  <a:lnTo>
                    <a:pt x="170" y="134"/>
                  </a:lnTo>
                  <a:lnTo>
                    <a:pt x="114" y="134"/>
                  </a:lnTo>
                  <a:lnTo>
                    <a:pt x="114" y="164"/>
                  </a:lnTo>
                  <a:lnTo>
                    <a:pt x="164" y="164"/>
                  </a:lnTo>
                  <a:lnTo>
                    <a:pt x="164" y="190"/>
                  </a:lnTo>
                  <a:lnTo>
                    <a:pt x="37" y="190"/>
                  </a:lnTo>
                  <a:lnTo>
                    <a:pt x="37" y="164"/>
                  </a:lnTo>
                  <a:lnTo>
                    <a:pt x="82" y="164"/>
                  </a:lnTo>
                  <a:lnTo>
                    <a:pt x="82" y="86"/>
                  </a:lnTo>
                  <a:lnTo>
                    <a:pt x="26" y="86"/>
                  </a:lnTo>
                  <a:lnTo>
                    <a:pt x="19" y="86"/>
                  </a:lnTo>
                  <a:lnTo>
                    <a:pt x="17" y="80"/>
                  </a:lnTo>
                  <a:lnTo>
                    <a:pt x="2" y="56"/>
                  </a:lnTo>
                  <a:lnTo>
                    <a:pt x="0" y="52"/>
                  </a:lnTo>
                  <a:lnTo>
                    <a:pt x="2" y="45"/>
                  </a:lnTo>
                  <a:lnTo>
                    <a:pt x="17" y="21"/>
                  </a:lnTo>
                  <a:lnTo>
                    <a:pt x="19" y="17"/>
                  </a:lnTo>
                  <a:lnTo>
                    <a:pt x="26" y="17"/>
                  </a:lnTo>
                  <a:lnTo>
                    <a:pt x="82" y="17"/>
                  </a:lnTo>
                  <a:lnTo>
                    <a:pt x="82" y="13"/>
                  </a:lnTo>
                  <a:lnTo>
                    <a:pt x="99" y="0"/>
                  </a:lnTo>
                  <a:lnTo>
                    <a:pt x="114" y="13"/>
                  </a:lnTo>
                  <a:lnTo>
                    <a:pt x="114" y="65"/>
                  </a:lnTo>
                  <a:lnTo>
                    <a:pt x="114" y="65"/>
                  </a:lnTo>
                  <a:close/>
                  <a:moveTo>
                    <a:pt x="166" y="84"/>
                  </a:moveTo>
                  <a:lnTo>
                    <a:pt x="116" y="84"/>
                  </a:lnTo>
                  <a:lnTo>
                    <a:pt x="116" y="112"/>
                  </a:lnTo>
                  <a:lnTo>
                    <a:pt x="166" y="112"/>
                  </a:lnTo>
                  <a:lnTo>
                    <a:pt x="175" y="99"/>
                  </a:lnTo>
                  <a:lnTo>
                    <a:pt x="166" y="84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68572" tIns="34287" rIns="68572" bIns="34287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>
                <a:lnSpc>
                  <a:spcPct val="120000"/>
                </a:lnSpc>
              </a:pPr>
              <a:endParaRPr lang="zh-CN" altLang="en-US" sz="675">
                <a:solidFill>
                  <a:prstClr val="black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8" name="Freeform 153"/>
            <p:cNvSpPr>
              <a:spLocks noEditPoints="1"/>
            </p:cNvSpPr>
            <p:nvPr/>
          </p:nvSpPr>
          <p:spPr bwMode="auto">
            <a:xfrm>
              <a:off x="6875882" y="1890215"/>
              <a:ext cx="253770" cy="248036"/>
            </a:xfrm>
            <a:custGeom>
              <a:avLst/>
              <a:gdLst>
                <a:gd name="T0" fmla="*/ 74 w 82"/>
                <a:gd name="T1" fmla="*/ 6 h 80"/>
                <a:gd name="T2" fmla="*/ 67 w 82"/>
                <a:gd name="T3" fmla="*/ 27 h 80"/>
                <a:gd name="T4" fmla="*/ 65 w 82"/>
                <a:gd name="T5" fmla="*/ 30 h 80"/>
                <a:gd name="T6" fmla="*/ 75 w 82"/>
                <a:gd name="T7" fmla="*/ 71 h 80"/>
                <a:gd name="T8" fmla="*/ 66 w 82"/>
                <a:gd name="T9" fmla="*/ 80 h 80"/>
                <a:gd name="T10" fmla="*/ 44 w 82"/>
                <a:gd name="T11" fmla="*/ 50 h 80"/>
                <a:gd name="T12" fmla="*/ 36 w 82"/>
                <a:gd name="T13" fmla="*/ 57 h 80"/>
                <a:gd name="T14" fmla="*/ 39 w 82"/>
                <a:gd name="T15" fmla="*/ 70 h 80"/>
                <a:gd name="T16" fmla="*/ 34 w 82"/>
                <a:gd name="T17" fmla="*/ 75 h 80"/>
                <a:gd name="T18" fmla="*/ 26 w 82"/>
                <a:gd name="T19" fmla="*/ 61 h 80"/>
                <a:gd name="T20" fmla="*/ 21 w 82"/>
                <a:gd name="T21" fmla="*/ 67 h 80"/>
                <a:gd name="T22" fmla="*/ 16 w 82"/>
                <a:gd name="T23" fmla="*/ 62 h 80"/>
                <a:gd name="T24" fmla="*/ 21 w 82"/>
                <a:gd name="T25" fmla="*/ 57 h 80"/>
                <a:gd name="T26" fmla="*/ 7 w 82"/>
                <a:gd name="T27" fmla="*/ 50 h 80"/>
                <a:gd name="T28" fmla="*/ 12 w 82"/>
                <a:gd name="T29" fmla="*/ 44 h 80"/>
                <a:gd name="T30" fmla="*/ 25 w 82"/>
                <a:gd name="T31" fmla="*/ 47 h 80"/>
                <a:gd name="T32" fmla="*/ 32 w 82"/>
                <a:gd name="T33" fmla="*/ 39 h 80"/>
                <a:gd name="T34" fmla="*/ 0 w 82"/>
                <a:gd name="T35" fmla="*/ 18 h 80"/>
                <a:gd name="T36" fmla="*/ 9 w 82"/>
                <a:gd name="T37" fmla="*/ 8 h 80"/>
                <a:gd name="T38" fmla="*/ 51 w 82"/>
                <a:gd name="T39" fmla="*/ 16 h 80"/>
                <a:gd name="T40" fmla="*/ 53 w 82"/>
                <a:gd name="T41" fmla="*/ 13 h 80"/>
                <a:gd name="T42" fmla="*/ 74 w 82"/>
                <a:gd name="T43" fmla="*/ 6 h 80"/>
                <a:gd name="T44" fmla="*/ 82 w 82"/>
                <a:gd name="T45" fmla="*/ 50 h 80"/>
                <a:gd name="T46" fmla="*/ 74 w 82"/>
                <a:gd name="T47" fmla="*/ 42 h 80"/>
                <a:gd name="T48" fmla="*/ 72 w 82"/>
                <a:gd name="T49" fmla="*/ 44 h 80"/>
                <a:gd name="T50" fmla="*/ 76 w 82"/>
                <a:gd name="T51" fmla="*/ 57 h 80"/>
                <a:gd name="T52" fmla="*/ 82 w 82"/>
                <a:gd name="T53" fmla="*/ 50 h 80"/>
                <a:gd name="T54" fmla="*/ 29 w 82"/>
                <a:gd name="T55" fmla="*/ 0 h 80"/>
                <a:gd name="T56" fmla="*/ 23 w 82"/>
                <a:gd name="T57" fmla="*/ 7 h 80"/>
                <a:gd name="T58" fmla="*/ 36 w 82"/>
                <a:gd name="T59" fmla="*/ 10 h 80"/>
                <a:gd name="T60" fmla="*/ 37 w 82"/>
                <a:gd name="T61" fmla="*/ 8 h 80"/>
                <a:gd name="T62" fmla="*/ 29 w 82"/>
                <a:gd name="T63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82" h="80">
                  <a:moveTo>
                    <a:pt x="74" y="6"/>
                  </a:moveTo>
                  <a:cubicBezTo>
                    <a:pt x="76" y="15"/>
                    <a:pt x="74" y="21"/>
                    <a:pt x="67" y="27"/>
                  </a:cubicBezTo>
                  <a:cubicBezTo>
                    <a:pt x="65" y="30"/>
                    <a:pt x="65" y="30"/>
                    <a:pt x="65" y="30"/>
                  </a:cubicBezTo>
                  <a:cubicBezTo>
                    <a:pt x="75" y="71"/>
                    <a:pt x="75" y="71"/>
                    <a:pt x="75" y="71"/>
                  </a:cubicBezTo>
                  <a:cubicBezTo>
                    <a:pt x="66" y="80"/>
                    <a:pt x="66" y="80"/>
                    <a:pt x="66" y="80"/>
                  </a:cubicBezTo>
                  <a:cubicBezTo>
                    <a:pt x="44" y="50"/>
                    <a:pt x="44" y="50"/>
                    <a:pt x="44" y="50"/>
                  </a:cubicBezTo>
                  <a:cubicBezTo>
                    <a:pt x="36" y="57"/>
                    <a:pt x="36" y="57"/>
                    <a:pt x="36" y="57"/>
                  </a:cubicBezTo>
                  <a:cubicBezTo>
                    <a:pt x="39" y="70"/>
                    <a:pt x="39" y="70"/>
                    <a:pt x="39" y="70"/>
                  </a:cubicBezTo>
                  <a:cubicBezTo>
                    <a:pt x="34" y="75"/>
                    <a:pt x="34" y="75"/>
                    <a:pt x="34" y="75"/>
                  </a:cubicBezTo>
                  <a:cubicBezTo>
                    <a:pt x="26" y="61"/>
                    <a:pt x="26" y="61"/>
                    <a:pt x="26" y="61"/>
                  </a:cubicBezTo>
                  <a:cubicBezTo>
                    <a:pt x="21" y="67"/>
                    <a:pt x="21" y="67"/>
                    <a:pt x="21" y="67"/>
                  </a:cubicBezTo>
                  <a:cubicBezTo>
                    <a:pt x="16" y="62"/>
                    <a:pt x="16" y="62"/>
                    <a:pt x="16" y="62"/>
                  </a:cubicBezTo>
                  <a:cubicBezTo>
                    <a:pt x="21" y="57"/>
                    <a:pt x="21" y="57"/>
                    <a:pt x="21" y="57"/>
                  </a:cubicBezTo>
                  <a:cubicBezTo>
                    <a:pt x="7" y="50"/>
                    <a:pt x="7" y="50"/>
                    <a:pt x="7" y="50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25" y="47"/>
                    <a:pt x="25" y="47"/>
                    <a:pt x="25" y="47"/>
                  </a:cubicBezTo>
                  <a:cubicBezTo>
                    <a:pt x="32" y="39"/>
                    <a:pt x="32" y="39"/>
                    <a:pt x="32" y="39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51" y="16"/>
                    <a:pt x="51" y="16"/>
                    <a:pt x="51" y="16"/>
                  </a:cubicBezTo>
                  <a:cubicBezTo>
                    <a:pt x="53" y="13"/>
                    <a:pt x="53" y="13"/>
                    <a:pt x="53" y="13"/>
                  </a:cubicBezTo>
                  <a:cubicBezTo>
                    <a:pt x="60" y="5"/>
                    <a:pt x="67" y="4"/>
                    <a:pt x="74" y="6"/>
                  </a:cubicBezTo>
                  <a:close/>
                  <a:moveTo>
                    <a:pt x="82" y="50"/>
                  </a:moveTo>
                  <a:cubicBezTo>
                    <a:pt x="74" y="42"/>
                    <a:pt x="74" y="42"/>
                    <a:pt x="74" y="42"/>
                  </a:cubicBezTo>
                  <a:cubicBezTo>
                    <a:pt x="72" y="44"/>
                    <a:pt x="72" y="44"/>
                    <a:pt x="72" y="44"/>
                  </a:cubicBezTo>
                  <a:cubicBezTo>
                    <a:pt x="76" y="57"/>
                    <a:pt x="76" y="57"/>
                    <a:pt x="76" y="57"/>
                  </a:cubicBezTo>
                  <a:cubicBezTo>
                    <a:pt x="82" y="50"/>
                    <a:pt x="82" y="50"/>
                    <a:pt x="82" y="50"/>
                  </a:cubicBezTo>
                  <a:close/>
                  <a:moveTo>
                    <a:pt x="29" y="0"/>
                  </a:moveTo>
                  <a:cubicBezTo>
                    <a:pt x="23" y="7"/>
                    <a:pt x="23" y="7"/>
                    <a:pt x="23" y="7"/>
                  </a:cubicBezTo>
                  <a:cubicBezTo>
                    <a:pt x="36" y="10"/>
                    <a:pt x="36" y="10"/>
                    <a:pt x="36" y="10"/>
                  </a:cubicBezTo>
                  <a:cubicBezTo>
                    <a:pt x="37" y="8"/>
                    <a:pt x="37" y="8"/>
                    <a:pt x="37" y="8"/>
                  </a:cubicBezTo>
                  <a:lnTo>
                    <a:pt x="29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68572" tIns="34287" rIns="68572" bIns="34287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>
                <a:lnSpc>
                  <a:spcPct val="120000"/>
                </a:lnSpc>
              </a:pPr>
              <a:endParaRPr lang="zh-CN" altLang="en-US" sz="675">
                <a:solidFill>
                  <a:prstClr val="black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9" name="Freeform 154"/>
            <p:cNvSpPr>
              <a:spLocks noEditPoints="1"/>
            </p:cNvSpPr>
            <p:nvPr/>
          </p:nvSpPr>
          <p:spPr bwMode="auto">
            <a:xfrm>
              <a:off x="8262006" y="3187331"/>
              <a:ext cx="237999" cy="288180"/>
            </a:xfrm>
            <a:custGeom>
              <a:avLst/>
              <a:gdLst>
                <a:gd name="T0" fmla="*/ 0 w 77"/>
                <a:gd name="T1" fmla="*/ 85 h 93"/>
                <a:gd name="T2" fmla="*/ 30 w 77"/>
                <a:gd name="T3" fmla="*/ 20 h 93"/>
                <a:gd name="T4" fmla="*/ 38 w 77"/>
                <a:gd name="T5" fmla="*/ 26 h 93"/>
                <a:gd name="T6" fmla="*/ 39 w 77"/>
                <a:gd name="T7" fmla="*/ 27 h 93"/>
                <a:gd name="T8" fmla="*/ 39 w 77"/>
                <a:gd name="T9" fmla="*/ 27 h 93"/>
                <a:gd name="T10" fmla="*/ 40 w 77"/>
                <a:gd name="T11" fmla="*/ 27 h 93"/>
                <a:gd name="T12" fmla="*/ 40 w 77"/>
                <a:gd name="T13" fmla="*/ 28 h 93"/>
                <a:gd name="T14" fmla="*/ 40 w 77"/>
                <a:gd name="T15" fmla="*/ 28 h 93"/>
                <a:gd name="T16" fmla="*/ 41 w 77"/>
                <a:gd name="T17" fmla="*/ 28 h 93"/>
                <a:gd name="T18" fmla="*/ 41 w 77"/>
                <a:gd name="T19" fmla="*/ 29 h 93"/>
                <a:gd name="T20" fmla="*/ 42 w 77"/>
                <a:gd name="T21" fmla="*/ 29 h 93"/>
                <a:gd name="T22" fmla="*/ 42 w 77"/>
                <a:gd name="T23" fmla="*/ 29 h 93"/>
                <a:gd name="T24" fmla="*/ 43 w 77"/>
                <a:gd name="T25" fmla="*/ 29 h 93"/>
                <a:gd name="T26" fmla="*/ 43 w 77"/>
                <a:gd name="T27" fmla="*/ 30 h 93"/>
                <a:gd name="T28" fmla="*/ 43 w 77"/>
                <a:gd name="T29" fmla="*/ 30 h 93"/>
                <a:gd name="T30" fmla="*/ 48 w 77"/>
                <a:gd name="T31" fmla="*/ 33 h 93"/>
                <a:gd name="T32" fmla="*/ 48 w 77"/>
                <a:gd name="T33" fmla="*/ 33 h 93"/>
                <a:gd name="T34" fmla="*/ 49 w 77"/>
                <a:gd name="T35" fmla="*/ 34 h 93"/>
                <a:gd name="T36" fmla="*/ 49 w 77"/>
                <a:gd name="T37" fmla="*/ 34 h 93"/>
                <a:gd name="T38" fmla="*/ 50 w 77"/>
                <a:gd name="T39" fmla="*/ 34 h 93"/>
                <a:gd name="T40" fmla="*/ 50 w 77"/>
                <a:gd name="T41" fmla="*/ 35 h 93"/>
                <a:gd name="T42" fmla="*/ 50 w 77"/>
                <a:gd name="T43" fmla="*/ 35 h 93"/>
                <a:gd name="T44" fmla="*/ 51 w 77"/>
                <a:gd name="T45" fmla="*/ 35 h 93"/>
                <a:gd name="T46" fmla="*/ 51 w 77"/>
                <a:gd name="T47" fmla="*/ 36 h 93"/>
                <a:gd name="T48" fmla="*/ 52 w 77"/>
                <a:gd name="T49" fmla="*/ 36 h 93"/>
                <a:gd name="T50" fmla="*/ 52 w 77"/>
                <a:gd name="T51" fmla="*/ 36 h 93"/>
                <a:gd name="T52" fmla="*/ 53 w 77"/>
                <a:gd name="T53" fmla="*/ 37 h 93"/>
                <a:gd name="T54" fmla="*/ 53 w 77"/>
                <a:gd name="T55" fmla="*/ 37 h 93"/>
                <a:gd name="T56" fmla="*/ 48 w 77"/>
                <a:gd name="T57" fmla="*/ 79 h 93"/>
                <a:gd name="T58" fmla="*/ 7 w 77"/>
                <a:gd name="T59" fmla="*/ 91 h 93"/>
                <a:gd name="T60" fmla="*/ 35 w 77"/>
                <a:gd name="T61" fmla="*/ 64 h 93"/>
                <a:gd name="T62" fmla="*/ 19 w 77"/>
                <a:gd name="T63" fmla="*/ 53 h 93"/>
                <a:gd name="T64" fmla="*/ 3 w 77"/>
                <a:gd name="T65" fmla="*/ 88 h 93"/>
                <a:gd name="T66" fmla="*/ 73 w 77"/>
                <a:gd name="T67" fmla="*/ 93 h 93"/>
                <a:gd name="T68" fmla="*/ 54 w 77"/>
                <a:gd name="T69" fmla="*/ 83 h 93"/>
                <a:gd name="T70" fmla="*/ 69 w 77"/>
                <a:gd name="T71" fmla="*/ 42 h 93"/>
                <a:gd name="T72" fmla="*/ 34 w 77"/>
                <a:gd name="T73" fmla="*/ 0 h 93"/>
                <a:gd name="T74" fmla="*/ 69 w 77"/>
                <a:gd name="T75" fmla="*/ 42 h 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7" h="93">
                  <a:moveTo>
                    <a:pt x="3" y="88"/>
                  </a:moveTo>
                  <a:cubicBezTo>
                    <a:pt x="2" y="87"/>
                    <a:pt x="1" y="86"/>
                    <a:pt x="0" y="85"/>
                  </a:cubicBezTo>
                  <a:cubicBezTo>
                    <a:pt x="0" y="72"/>
                    <a:pt x="0" y="58"/>
                    <a:pt x="0" y="45"/>
                  </a:cubicBezTo>
                  <a:cubicBezTo>
                    <a:pt x="12" y="40"/>
                    <a:pt x="21" y="32"/>
                    <a:pt x="30" y="20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40" y="27"/>
                    <a:pt x="40" y="27"/>
                    <a:pt x="40" y="27"/>
                  </a:cubicBezTo>
                  <a:cubicBezTo>
                    <a:pt x="40" y="27"/>
                    <a:pt x="40" y="27"/>
                    <a:pt x="40" y="27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4" y="30"/>
                    <a:pt x="44" y="30"/>
                    <a:pt x="44" y="30"/>
                  </a:cubicBezTo>
                  <a:cubicBezTo>
                    <a:pt x="48" y="33"/>
                    <a:pt x="48" y="33"/>
                    <a:pt x="48" y="33"/>
                  </a:cubicBezTo>
                  <a:cubicBezTo>
                    <a:pt x="48" y="33"/>
                    <a:pt x="48" y="33"/>
                    <a:pt x="48" y="33"/>
                  </a:cubicBezTo>
                  <a:cubicBezTo>
                    <a:pt x="48" y="33"/>
                    <a:pt x="48" y="33"/>
                    <a:pt x="48" y="33"/>
                  </a:cubicBezTo>
                  <a:cubicBezTo>
                    <a:pt x="48" y="34"/>
                    <a:pt x="48" y="34"/>
                    <a:pt x="48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cubicBezTo>
                    <a:pt x="50" y="35"/>
                    <a:pt x="50" y="35"/>
                    <a:pt x="50" y="35"/>
                  </a:cubicBezTo>
                  <a:cubicBezTo>
                    <a:pt x="50" y="35"/>
                    <a:pt x="50" y="35"/>
                    <a:pt x="50" y="35"/>
                  </a:cubicBezTo>
                  <a:cubicBezTo>
                    <a:pt x="50" y="35"/>
                    <a:pt x="50" y="35"/>
                    <a:pt x="50" y="35"/>
                  </a:cubicBezTo>
                  <a:cubicBezTo>
                    <a:pt x="50" y="35"/>
                    <a:pt x="50" y="35"/>
                    <a:pt x="50" y="35"/>
                  </a:cubicBezTo>
                  <a:cubicBezTo>
                    <a:pt x="51" y="35"/>
                    <a:pt x="51" y="35"/>
                    <a:pt x="51" y="35"/>
                  </a:cubicBezTo>
                  <a:cubicBezTo>
                    <a:pt x="51" y="35"/>
                    <a:pt x="51" y="35"/>
                    <a:pt x="51" y="35"/>
                  </a:cubicBezTo>
                  <a:cubicBezTo>
                    <a:pt x="51" y="35"/>
                    <a:pt x="51" y="35"/>
                    <a:pt x="51" y="35"/>
                  </a:cubicBezTo>
                  <a:cubicBezTo>
                    <a:pt x="51" y="36"/>
                    <a:pt x="51" y="36"/>
                    <a:pt x="51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3" y="37"/>
                    <a:pt x="53" y="37"/>
                    <a:pt x="53" y="37"/>
                  </a:cubicBezTo>
                  <a:cubicBezTo>
                    <a:pt x="53" y="37"/>
                    <a:pt x="53" y="37"/>
                    <a:pt x="53" y="37"/>
                  </a:cubicBezTo>
                  <a:cubicBezTo>
                    <a:pt x="53" y="37"/>
                    <a:pt x="53" y="37"/>
                    <a:pt x="53" y="37"/>
                  </a:cubicBezTo>
                  <a:cubicBezTo>
                    <a:pt x="62" y="43"/>
                    <a:pt x="62" y="43"/>
                    <a:pt x="62" y="43"/>
                  </a:cubicBezTo>
                  <a:cubicBezTo>
                    <a:pt x="53" y="55"/>
                    <a:pt x="49" y="67"/>
                    <a:pt x="48" y="79"/>
                  </a:cubicBezTo>
                  <a:cubicBezTo>
                    <a:pt x="36" y="84"/>
                    <a:pt x="23" y="88"/>
                    <a:pt x="11" y="93"/>
                  </a:cubicBezTo>
                  <a:cubicBezTo>
                    <a:pt x="9" y="92"/>
                    <a:pt x="8" y="91"/>
                    <a:pt x="7" y="91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7" y="69"/>
                    <a:pt x="32" y="68"/>
                    <a:pt x="35" y="64"/>
                  </a:cubicBezTo>
                  <a:cubicBezTo>
                    <a:pt x="38" y="60"/>
                    <a:pt x="37" y="54"/>
                    <a:pt x="32" y="51"/>
                  </a:cubicBezTo>
                  <a:cubicBezTo>
                    <a:pt x="28" y="47"/>
                    <a:pt x="22" y="49"/>
                    <a:pt x="19" y="53"/>
                  </a:cubicBezTo>
                  <a:cubicBezTo>
                    <a:pt x="16" y="57"/>
                    <a:pt x="16" y="62"/>
                    <a:pt x="19" y="65"/>
                  </a:cubicBezTo>
                  <a:cubicBezTo>
                    <a:pt x="3" y="88"/>
                    <a:pt x="3" y="88"/>
                    <a:pt x="3" y="88"/>
                  </a:cubicBezTo>
                  <a:close/>
                  <a:moveTo>
                    <a:pt x="27" y="93"/>
                  </a:moveTo>
                  <a:cubicBezTo>
                    <a:pt x="73" y="93"/>
                    <a:pt x="73" y="93"/>
                    <a:pt x="73" y="93"/>
                  </a:cubicBezTo>
                  <a:cubicBezTo>
                    <a:pt x="73" y="83"/>
                    <a:pt x="73" y="83"/>
                    <a:pt x="73" y="83"/>
                  </a:cubicBezTo>
                  <a:cubicBezTo>
                    <a:pt x="54" y="83"/>
                    <a:pt x="54" y="83"/>
                    <a:pt x="54" y="83"/>
                  </a:cubicBezTo>
                  <a:cubicBezTo>
                    <a:pt x="27" y="93"/>
                    <a:pt x="27" y="93"/>
                    <a:pt x="27" y="93"/>
                  </a:cubicBezTo>
                  <a:close/>
                  <a:moveTo>
                    <a:pt x="69" y="42"/>
                  </a:moveTo>
                  <a:cubicBezTo>
                    <a:pt x="77" y="31"/>
                    <a:pt x="77" y="31"/>
                    <a:pt x="77" y="31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6" y="12"/>
                    <a:pt x="26" y="12"/>
                    <a:pt x="26" y="12"/>
                  </a:cubicBezTo>
                  <a:lnTo>
                    <a:pt x="69" y="42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68572" tIns="34287" rIns="68572" bIns="34287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>
                <a:lnSpc>
                  <a:spcPct val="120000"/>
                </a:lnSpc>
              </a:pPr>
              <a:endParaRPr lang="zh-CN" altLang="en-US" sz="675">
                <a:solidFill>
                  <a:prstClr val="black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50" name="Freeform 155"/>
            <p:cNvSpPr>
              <a:spLocks noEditPoints="1"/>
            </p:cNvSpPr>
            <p:nvPr/>
          </p:nvSpPr>
          <p:spPr bwMode="auto">
            <a:xfrm>
              <a:off x="3855843" y="4017374"/>
              <a:ext cx="338245" cy="424345"/>
            </a:xfrm>
            <a:custGeom>
              <a:avLst/>
              <a:gdLst>
                <a:gd name="T0" fmla="*/ 228 w 228"/>
                <a:gd name="T1" fmla="*/ 76 h 286"/>
                <a:gd name="T2" fmla="*/ 186 w 228"/>
                <a:gd name="T3" fmla="*/ 103 h 286"/>
                <a:gd name="T4" fmla="*/ 0 w 228"/>
                <a:gd name="T5" fmla="*/ 76 h 286"/>
                <a:gd name="T6" fmla="*/ 65 w 228"/>
                <a:gd name="T7" fmla="*/ 278 h 286"/>
                <a:gd name="T8" fmla="*/ 72 w 228"/>
                <a:gd name="T9" fmla="*/ 282 h 286"/>
                <a:gd name="T10" fmla="*/ 153 w 228"/>
                <a:gd name="T11" fmla="*/ 282 h 286"/>
                <a:gd name="T12" fmla="*/ 160 w 228"/>
                <a:gd name="T13" fmla="*/ 278 h 286"/>
                <a:gd name="T14" fmla="*/ 212 w 228"/>
                <a:gd name="T15" fmla="*/ 147 h 286"/>
                <a:gd name="T16" fmla="*/ 165 w 228"/>
                <a:gd name="T17" fmla="*/ 169 h 286"/>
                <a:gd name="T18" fmla="*/ 176 w 228"/>
                <a:gd name="T19" fmla="*/ 174 h 286"/>
                <a:gd name="T20" fmla="*/ 180 w 228"/>
                <a:gd name="T21" fmla="*/ 191 h 286"/>
                <a:gd name="T22" fmla="*/ 176 w 228"/>
                <a:gd name="T23" fmla="*/ 201 h 286"/>
                <a:gd name="T24" fmla="*/ 148 w 228"/>
                <a:gd name="T25" fmla="*/ 206 h 286"/>
                <a:gd name="T26" fmla="*/ 137 w 228"/>
                <a:gd name="T27" fmla="*/ 201 h 286"/>
                <a:gd name="T28" fmla="*/ 133 w 228"/>
                <a:gd name="T29" fmla="*/ 184 h 286"/>
                <a:gd name="T30" fmla="*/ 137 w 228"/>
                <a:gd name="T31" fmla="*/ 174 h 286"/>
                <a:gd name="T32" fmla="*/ 165 w 228"/>
                <a:gd name="T33" fmla="*/ 178 h 286"/>
                <a:gd name="T34" fmla="*/ 172 w 228"/>
                <a:gd name="T35" fmla="*/ 184 h 286"/>
                <a:gd name="T36" fmla="*/ 170 w 228"/>
                <a:gd name="T37" fmla="*/ 195 h 286"/>
                <a:gd name="T38" fmla="*/ 165 w 228"/>
                <a:gd name="T39" fmla="*/ 197 h 286"/>
                <a:gd name="T40" fmla="*/ 143 w 228"/>
                <a:gd name="T41" fmla="*/ 195 h 286"/>
                <a:gd name="T42" fmla="*/ 141 w 228"/>
                <a:gd name="T43" fmla="*/ 191 h 286"/>
                <a:gd name="T44" fmla="*/ 143 w 228"/>
                <a:gd name="T45" fmla="*/ 180 h 286"/>
                <a:gd name="T46" fmla="*/ 148 w 228"/>
                <a:gd name="T47" fmla="*/ 178 h 286"/>
                <a:gd name="T48" fmla="*/ 60 w 228"/>
                <a:gd name="T49" fmla="*/ 170 h 286"/>
                <a:gd name="T50" fmla="*/ 96 w 228"/>
                <a:gd name="T51" fmla="*/ 183 h 286"/>
                <a:gd name="T52" fmla="*/ 82 w 228"/>
                <a:gd name="T53" fmla="*/ 205 h 286"/>
                <a:gd name="T54" fmla="*/ 46 w 228"/>
                <a:gd name="T55" fmla="*/ 192 h 286"/>
                <a:gd name="T56" fmla="*/ 60 w 228"/>
                <a:gd name="T57" fmla="*/ 170 h 286"/>
                <a:gd name="T58" fmla="*/ 39 w 228"/>
                <a:gd name="T59" fmla="*/ 139 h 286"/>
                <a:gd name="T60" fmla="*/ 120 w 228"/>
                <a:gd name="T61" fmla="*/ 157 h 286"/>
                <a:gd name="T62" fmla="*/ 114 w 228"/>
                <a:gd name="T63" fmla="*/ 158 h 286"/>
                <a:gd name="T64" fmla="*/ 139 w 228"/>
                <a:gd name="T65" fmla="*/ 158 h 286"/>
                <a:gd name="T66" fmla="*/ 186 w 228"/>
                <a:gd name="T67" fmla="*/ 140 h 286"/>
                <a:gd name="T68" fmla="*/ 139 w 228"/>
                <a:gd name="T69" fmla="*/ 158 h 286"/>
                <a:gd name="T70" fmla="*/ 145 w 228"/>
                <a:gd name="T71" fmla="*/ 257 h 286"/>
                <a:gd name="T72" fmla="*/ 119 w 228"/>
                <a:gd name="T73" fmla="*/ 258 h 286"/>
                <a:gd name="T74" fmla="*/ 97 w 228"/>
                <a:gd name="T75" fmla="*/ 258 h 286"/>
                <a:gd name="T76" fmla="*/ 80 w 228"/>
                <a:gd name="T77" fmla="*/ 256 h 286"/>
                <a:gd name="T78" fmla="*/ 97 w 228"/>
                <a:gd name="T79" fmla="*/ 217 h 286"/>
                <a:gd name="T80" fmla="*/ 100 w 228"/>
                <a:gd name="T81" fmla="*/ 215 h 286"/>
                <a:gd name="T82" fmla="*/ 119 w 228"/>
                <a:gd name="T83" fmla="*/ 199 h 286"/>
                <a:gd name="T84" fmla="*/ 129 w 228"/>
                <a:gd name="T85" fmla="*/ 217 h 286"/>
                <a:gd name="T86" fmla="*/ 169 w 228"/>
                <a:gd name="T87" fmla="*/ 217 h 286"/>
                <a:gd name="T88" fmla="*/ 187 w 228"/>
                <a:gd name="T89" fmla="*/ 166 h 286"/>
                <a:gd name="T90" fmla="*/ 134 w 228"/>
                <a:gd name="T91" fmla="*/ 209 h 286"/>
                <a:gd name="T92" fmla="*/ 124 w 228"/>
                <a:gd name="T93" fmla="*/ 191 h 286"/>
                <a:gd name="T94" fmla="*/ 107 w 228"/>
                <a:gd name="T95" fmla="*/ 191 h 286"/>
                <a:gd name="T96" fmla="*/ 103 w 228"/>
                <a:gd name="T97" fmla="*/ 193 h 286"/>
                <a:gd name="T98" fmla="*/ 41 w 228"/>
                <a:gd name="T99" fmla="*/ 209 h 286"/>
                <a:gd name="T100" fmla="*/ 114 w 228"/>
                <a:gd name="T101" fmla="*/ 166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28" h="286">
                  <a:moveTo>
                    <a:pt x="212" y="147"/>
                  </a:moveTo>
                  <a:cubicBezTo>
                    <a:pt x="228" y="76"/>
                    <a:pt x="228" y="76"/>
                    <a:pt x="228" y="76"/>
                  </a:cubicBezTo>
                  <a:cubicBezTo>
                    <a:pt x="221" y="77"/>
                    <a:pt x="213" y="78"/>
                    <a:pt x="206" y="77"/>
                  </a:cubicBezTo>
                  <a:cubicBezTo>
                    <a:pt x="186" y="103"/>
                    <a:pt x="186" y="103"/>
                    <a:pt x="186" y="103"/>
                  </a:cubicBezTo>
                  <a:cubicBezTo>
                    <a:pt x="184" y="74"/>
                    <a:pt x="184" y="74"/>
                    <a:pt x="184" y="74"/>
                  </a:cubicBezTo>
                  <a:cubicBezTo>
                    <a:pt x="123" y="57"/>
                    <a:pt x="64" y="0"/>
                    <a:pt x="0" y="76"/>
                  </a:cubicBezTo>
                  <a:cubicBezTo>
                    <a:pt x="5" y="102"/>
                    <a:pt x="19" y="187"/>
                    <a:pt x="27" y="211"/>
                  </a:cubicBezTo>
                  <a:cubicBezTo>
                    <a:pt x="35" y="238"/>
                    <a:pt x="48" y="260"/>
                    <a:pt x="65" y="278"/>
                  </a:cubicBezTo>
                  <a:cubicBezTo>
                    <a:pt x="68" y="281"/>
                    <a:pt x="68" y="281"/>
                    <a:pt x="68" y="281"/>
                  </a:cubicBezTo>
                  <a:cubicBezTo>
                    <a:pt x="72" y="282"/>
                    <a:pt x="72" y="282"/>
                    <a:pt x="72" y="282"/>
                  </a:cubicBezTo>
                  <a:cubicBezTo>
                    <a:pt x="80" y="283"/>
                    <a:pt x="87" y="284"/>
                    <a:pt x="95" y="284"/>
                  </a:cubicBezTo>
                  <a:cubicBezTo>
                    <a:pt x="114" y="286"/>
                    <a:pt x="132" y="285"/>
                    <a:pt x="153" y="282"/>
                  </a:cubicBezTo>
                  <a:cubicBezTo>
                    <a:pt x="158" y="281"/>
                    <a:pt x="158" y="281"/>
                    <a:pt x="158" y="281"/>
                  </a:cubicBezTo>
                  <a:cubicBezTo>
                    <a:pt x="160" y="278"/>
                    <a:pt x="160" y="278"/>
                    <a:pt x="160" y="278"/>
                  </a:cubicBezTo>
                  <a:cubicBezTo>
                    <a:pt x="177" y="261"/>
                    <a:pt x="190" y="238"/>
                    <a:pt x="199" y="211"/>
                  </a:cubicBezTo>
                  <a:cubicBezTo>
                    <a:pt x="206" y="192"/>
                    <a:pt x="210" y="170"/>
                    <a:pt x="212" y="147"/>
                  </a:cubicBezTo>
                  <a:close/>
                  <a:moveTo>
                    <a:pt x="148" y="169"/>
                  </a:moveTo>
                  <a:cubicBezTo>
                    <a:pt x="165" y="169"/>
                    <a:pt x="165" y="169"/>
                    <a:pt x="165" y="169"/>
                  </a:cubicBezTo>
                  <a:cubicBezTo>
                    <a:pt x="169" y="169"/>
                    <a:pt x="173" y="171"/>
                    <a:pt x="176" y="174"/>
                  </a:cubicBezTo>
                  <a:cubicBezTo>
                    <a:pt x="176" y="174"/>
                    <a:pt x="176" y="174"/>
                    <a:pt x="176" y="174"/>
                  </a:cubicBezTo>
                  <a:cubicBezTo>
                    <a:pt x="179" y="177"/>
                    <a:pt x="180" y="180"/>
                    <a:pt x="180" y="184"/>
                  </a:cubicBezTo>
                  <a:cubicBezTo>
                    <a:pt x="180" y="191"/>
                    <a:pt x="180" y="191"/>
                    <a:pt x="180" y="191"/>
                  </a:cubicBezTo>
                  <a:cubicBezTo>
                    <a:pt x="180" y="195"/>
                    <a:pt x="179" y="199"/>
                    <a:pt x="176" y="201"/>
                  </a:cubicBezTo>
                  <a:cubicBezTo>
                    <a:pt x="176" y="201"/>
                    <a:pt x="176" y="201"/>
                    <a:pt x="176" y="201"/>
                  </a:cubicBezTo>
                  <a:cubicBezTo>
                    <a:pt x="173" y="204"/>
                    <a:pt x="169" y="206"/>
                    <a:pt x="165" y="206"/>
                  </a:cubicBezTo>
                  <a:cubicBezTo>
                    <a:pt x="148" y="206"/>
                    <a:pt x="148" y="206"/>
                    <a:pt x="148" y="206"/>
                  </a:cubicBezTo>
                  <a:cubicBezTo>
                    <a:pt x="144" y="206"/>
                    <a:pt x="140" y="204"/>
                    <a:pt x="137" y="201"/>
                  </a:cubicBezTo>
                  <a:cubicBezTo>
                    <a:pt x="137" y="201"/>
                    <a:pt x="137" y="201"/>
                    <a:pt x="137" y="201"/>
                  </a:cubicBezTo>
                  <a:cubicBezTo>
                    <a:pt x="135" y="198"/>
                    <a:pt x="133" y="195"/>
                    <a:pt x="133" y="191"/>
                  </a:cubicBezTo>
                  <a:cubicBezTo>
                    <a:pt x="133" y="184"/>
                    <a:pt x="133" y="184"/>
                    <a:pt x="133" y="184"/>
                  </a:cubicBezTo>
                  <a:cubicBezTo>
                    <a:pt x="133" y="180"/>
                    <a:pt x="135" y="177"/>
                    <a:pt x="137" y="174"/>
                  </a:cubicBezTo>
                  <a:cubicBezTo>
                    <a:pt x="137" y="174"/>
                    <a:pt x="137" y="174"/>
                    <a:pt x="137" y="174"/>
                  </a:cubicBezTo>
                  <a:cubicBezTo>
                    <a:pt x="140" y="171"/>
                    <a:pt x="144" y="169"/>
                    <a:pt x="148" y="169"/>
                  </a:cubicBezTo>
                  <a:close/>
                  <a:moveTo>
                    <a:pt x="165" y="178"/>
                  </a:moveTo>
                  <a:cubicBezTo>
                    <a:pt x="167" y="178"/>
                    <a:pt x="169" y="179"/>
                    <a:pt x="170" y="180"/>
                  </a:cubicBezTo>
                  <a:cubicBezTo>
                    <a:pt x="171" y="181"/>
                    <a:pt x="172" y="183"/>
                    <a:pt x="172" y="184"/>
                  </a:cubicBezTo>
                  <a:cubicBezTo>
                    <a:pt x="172" y="191"/>
                    <a:pt x="172" y="191"/>
                    <a:pt x="172" y="191"/>
                  </a:cubicBezTo>
                  <a:cubicBezTo>
                    <a:pt x="172" y="192"/>
                    <a:pt x="171" y="194"/>
                    <a:pt x="170" y="195"/>
                  </a:cubicBezTo>
                  <a:cubicBezTo>
                    <a:pt x="170" y="195"/>
                    <a:pt x="170" y="195"/>
                    <a:pt x="170" y="195"/>
                  </a:cubicBezTo>
                  <a:cubicBezTo>
                    <a:pt x="169" y="196"/>
                    <a:pt x="167" y="197"/>
                    <a:pt x="165" y="197"/>
                  </a:cubicBezTo>
                  <a:cubicBezTo>
                    <a:pt x="148" y="197"/>
                    <a:pt x="148" y="197"/>
                    <a:pt x="148" y="197"/>
                  </a:cubicBezTo>
                  <a:cubicBezTo>
                    <a:pt x="146" y="197"/>
                    <a:pt x="144" y="196"/>
                    <a:pt x="143" y="195"/>
                  </a:cubicBezTo>
                  <a:cubicBezTo>
                    <a:pt x="143" y="195"/>
                    <a:pt x="143" y="195"/>
                    <a:pt x="143" y="195"/>
                  </a:cubicBezTo>
                  <a:cubicBezTo>
                    <a:pt x="142" y="194"/>
                    <a:pt x="141" y="192"/>
                    <a:pt x="141" y="191"/>
                  </a:cubicBezTo>
                  <a:cubicBezTo>
                    <a:pt x="141" y="184"/>
                    <a:pt x="141" y="184"/>
                    <a:pt x="141" y="184"/>
                  </a:cubicBezTo>
                  <a:cubicBezTo>
                    <a:pt x="141" y="183"/>
                    <a:pt x="142" y="181"/>
                    <a:pt x="143" y="180"/>
                  </a:cubicBezTo>
                  <a:cubicBezTo>
                    <a:pt x="143" y="180"/>
                    <a:pt x="143" y="180"/>
                    <a:pt x="143" y="180"/>
                  </a:cubicBezTo>
                  <a:cubicBezTo>
                    <a:pt x="144" y="179"/>
                    <a:pt x="146" y="178"/>
                    <a:pt x="148" y="178"/>
                  </a:cubicBezTo>
                  <a:cubicBezTo>
                    <a:pt x="165" y="178"/>
                    <a:pt x="165" y="178"/>
                    <a:pt x="165" y="178"/>
                  </a:cubicBezTo>
                  <a:close/>
                  <a:moveTo>
                    <a:pt x="60" y="170"/>
                  </a:moveTo>
                  <a:cubicBezTo>
                    <a:pt x="82" y="170"/>
                    <a:pt x="82" y="170"/>
                    <a:pt x="82" y="170"/>
                  </a:cubicBezTo>
                  <a:cubicBezTo>
                    <a:pt x="90" y="170"/>
                    <a:pt x="96" y="176"/>
                    <a:pt x="96" y="183"/>
                  </a:cubicBezTo>
                  <a:cubicBezTo>
                    <a:pt x="96" y="192"/>
                    <a:pt x="96" y="192"/>
                    <a:pt x="96" y="192"/>
                  </a:cubicBezTo>
                  <a:cubicBezTo>
                    <a:pt x="96" y="199"/>
                    <a:pt x="90" y="205"/>
                    <a:pt x="82" y="205"/>
                  </a:cubicBezTo>
                  <a:cubicBezTo>
                    <a:pt x="60" y="205"/>
                    <a:pt x="60" y="205"/>
                    <a:pt x="60" y="205"/>
                  </a:cubicBezTo>
                  <a:cubicBezTo>
                    <a:pt x="52" y="205"/>
                    <a:pt x="46" y="199"/>
                    <a:pt x="46" y="192"/>
                  </a:cubicBezTo>
                  <a:cubicBezTo>
                    <a:pt x="46" y="183"/>
                    <a:pt x="46" y="183"/>
                    <a:pt x="46" y="183"/>
                  </a:cubicBezTo>
                  <a:cubicBezTo>
                    <a:pt x="46" y="176"/>
                    <a:pt x="52" y="170"/>
                    <a:pt x="60" y="170"/>
                  </a:cubicBezTo>
                  <a:close/>
                  <a:moveTo>
                    <a:pt x="41" y="158"/>
                  </a:moveTo>
                  <a:cubicBezTo>
                    <a:pt x="40" y="151"/>
                    <a:pt x="40" y="145"/>
                    <a:pt x="39" y="139"/>
                  </a:cubicBezTo>
                  <a:cubicBezTo>
                    <a:pt x="69" y="154"/>
                    <a:pt x="105" y="151"/>
                    <a:pt x="133" y="143"/>
                  </a:cubicBezTo>
                  <a:cubicBezTo>
                    <a:pt x="129" y="148"/>
                    <a:pt x="125" y="153"/>
                    <a:pt x="120" y="157"/>
                  </a:cubicBezTo>
                  <a:cubicBezTo>
                    <a:pt x="121" y="158"/>
                    <a:pt x="121" y="158"/>
                    <a:pt x="121" y="158"/>
                  </a:cubicBezTo>
                  <a:cubicBezTo>
                    <a:pt x="114" y="158"/>
                    <a:pt x="114" y="158"/>
                    <a:pt x="114" y="158"/>
                  </a:cubicBezTo>
                  <a:cubicBezTo>
                    <a:pt x="41" y="158"/>
                    <a:pt x="41" y="158"/>
                    <a:pt x="41" y="158"/>
                  </a:cubicBezTo>
                  <a:close/>
                  <a:moveTo>
                    <a:pt x="139" y="158"/>
                  </a:moveTo>
                  <a:cubicBezTo>
                    <a:pt x="151" y="153"/>
                    <a:pt x="164" y="145"/>
                    <a:pt x="169" y="134"/>
                  </a:cubicBezTo>
                  <a:cubicBezTo>
                    <a:pt x="173" y="133"/>
                    <a:pt x="183" y="140"/>
                    <a:pt x="186" y="140"/>
                  </a:cubicBezTo>
                  <a:cubicBezTo>
                    <a:pt x="186" y="145"/>
                    <a:pt x="185" y="151"/>
                    <a:pt x="185" y="158"/>
                  </a:cubicBezTo>
                  <a:cubicBezTo>
                    <a:pt x="139" y="158"/>
                    <a:pt x="139" y="158"/>
                    <a:pt x="139" y="158"/>
                  </a:cubicBezTo>
                  <a:close/>
                  <a:moveTo>
                    <a:pt x="169" y="217"/>
                  </a:moveTo>
                  <a:cubicBezTo>
                    <a:pt x="163" y="232"/>
                    <a:pt x="155" y="246"/>
                    <a:pt x="145" y="257"/>
                  </a:cubicBezTo>
                  <a:cubicBezTo>
                    <a:pt x="136" y="258"/>
                    <a:pt x="128" y="258"/>
                    <a:pt x="119" y="258"/>
                  </a:cubicBezTo>
                  <a:cubicBezTo>
                    <a:pt x="119" y="258"/>
                    <a:pt x="119" y="258"/>
                    <a:pt x="119" y="258"/>
                  </a:cubicBezTo>
                  <a:cubicBezTo>
                    <a:pt x="115" y="258"/>
                    <a:pt x="111" y="258"/>
                    <a:pt x="107" y="258"/>
                  </a:cubicBezTo>
                  <a:cubicBezTo>
                    <a:pt x="104" y="258"/>
                    <a:pt x="100" y="258"/>
                    <a:pt x="97" y="258"/>
                  </a:cubicBezTo>
                  <a:cubicBezTo>
                    <a:pt x="95" y="258"/>
                    <a:pt x="95" y="258"/>
                    <a:pt x="95" y="258"/>
                  </a:cubicBezTo>
                  <a:cubicBezTo>
                    <a:pt x="90" y="257"/>
                    <a:pt x="85" y="257"/>
                    <a:pt x="80" y="256"/>
                  </a:cubicBezTo>
                  <a:cubicBezTo>
                    <a:pt x="70" y="245"/>
                    <a:pt x="63" y="232"/>
                    <a:pt x="57" y="217"/>
                  </a:cubicBezTo>
                  <a:cubicBezTo>
                    <a:pt x="97" y="217"/>
                    <a:pt x="97" y="217"/>
                    <a:pt x="97" y="217"/>
                  </a:cubicBezTo>
                  <a:cubicBezTo>
                    <a:pt x="99" y="217"/>
                    <a:pt x="99" y="217"/>
                    <a:pt x="99" y="217"/>
                  </a:cubicBezTo>
                  <a:cubicBezTo>
                    <a:pt x="100" y="215"/>
                    <a:pt x="100" y="215"/>
                    <a:pt x="100" y="215"/>
                  </a:cubicBezTo>
                  <a:cubicBezTo>
                    <a:pt x="109" y="199"/>
                    <a:pt x="109" y="199"/>
                    <a:pt x="109" y="199"/>
                  </a:cubicBezTo>
                  <a:cubicBezTo>
                    <a:pt x="119" y="199"/>
                    <a:pt x="119" y="199"/>
                    <a:pt x="119" y="199"/>
                  </a:cubicBezTo>
                  <a:cubicBezTo>
                    <a:pt x="128" y="215"/>
                    <a:pt x="128" y="215"/>
                    <a:pt x="128" y="215"/>
                  </a:cubicBezTo>
                  <a:cubicBezTo>
                    <a:pt x="129" y="217"/>
                    <a:pt x="129" y="217"/>
                    <a:pt x="129" y="217"/>
                  </a:cubicBezTo>
                  <a:cubicBezTo>
                    <a:pt x="132" y="217"/>
                    <a:pt x="132" y="217"/>
                    <a:pt x="132" y="217"/>
                  </a:cubicBezTo>
                  <a:cubicBezTo>
                    <a:pt x="169" y="217"/>
                    <a:pt x="169" y="217"/>
                    <a:pt x="169" y="217"/>
                  </a:cubicBezTo>
                  <a:close/>
                  <a:moveTo>
                    <a:pt x="114" y="166"/>
                  </a:moveTo>
                  <a:cubicBezTo>
                    <a:pt x="187" y="166"/>
                    <a:pt x="187" y="166"/>
                    <a:pt x="187" y="166"/>
                  </a:cubicBezTo>
                  <a:cubicBezTo>
                    <a:pt x="187" y="209"/>
                    <a:pt x="187" y="209"/>
                    <a:pt x="187" y="209"/>
                  </a:cubicBezTo>
                  <a:cubicBezTo>
                    <a:pt x="134" y="209"/>
                    <a:pt x="134" y="209"/>
                    <a:pt x="134" y="209"/>
                  </a:cubicBezTo>
                  <a:cubicBezTo>
                    <a:pt x="125" y="193"/>
                    <a:pt x="125" y="193"/>
                    <a:pt x="125" y="193"/>
                  </a:cubicBezTo>
                  <a:cubicBezTo>
                    <a:pt x="124" y="191"/>
                    <a:pt x="124" y="191"/>
                    <a:pt x="124" y="191"/>
                  </a:cubicBezTo>
                  <a:cubicBezTo>
                    <a:pt x="121" y="191"/>
                    <a:pt x="121" y="191"/>
                    <a:pt x="121" y="191"/>
                  </a:cubicBezTo>
                  <a:cubicBezTo>
                    <a:pt x="107" y="191"/>
                    <a:pt x="107" y="191"/>
                    <a:pt x="107" y="191"/>
                  </a:cubicBezTo>
                  <a:cubicBezTo>
                    <a:pt x="105" y="191"/>
                    <a:pt x="105" y="191"/>
                    <a:pt x="105" y="191"/>
                  </a:cubicBezTo>
                  <a:cubicBezTo>
                    <a:pt x="103" y="193"/>
                    <a:pt x="103" y="193"/>
                    <a:pt x="103" y="193"/>
                  </a:cubicBezTo>
                  <a:cubicBezTo>
                    <a:pt x="94" y="209"/>
                    <a:pt x="94" y="209"/>
                    <a:pt x="94" y="209"/>
                  </a:cubicBezTo>
                  <a:cubicBezTo>
                    <a:pt x="41" y="209"/>
                    <a:pt x="41" y="209"/>
                    <a:pt x="41" y="209"/>
                  </a:cubicBezTo>
                  <a:cubicBezTo>
                    <a:pt x="41" y="166"/>
                    <a:pt x="41" y="166"/>
                    <a:pt x="41" y="166"/>
                  </a:cubicBezTo>
                  <a:lnTo>
                    <a:pt x="114" y="166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</p:spPr>
          <p:txBody>
            <a:bodyPr vert="horz" wrap="square" lIns="68572" tIns="34287" rIns="68572" bIns="34287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just">
                <a:lnSpc>
                  <a:spcPct val="120000"/>
                </a:lnSpc>
              </a:pPr>
              <a:endParaRPr lang="zh-CN" altLang="en-US" sz="675">
                <a:solidFill>
                  <a:prstClr val="black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51" name="Rectangle 157"/>
          <p:cNvSpPr/>
          <p:nvPr/>
        </p:nvSpPr>
        <p:spPr>
          <a:xfrm>
            <a:off x="5135718" y="2856122"/>
            <a:ext cx="3034715" cy="2458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20000"/>
              </a:lnSpc>
            </a:pPr>
            <a:endParaRPr lang="en-US" sz="675" dirty="0"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2" name="Rectangle 158"/>
          <p:cNvSpPr/>
          <p:nvPr/>
        </p:nvSpPr>
        <p:spPr>
          <a:xfrm>
            <a:off x="5135718" y="2856122"/>
            <a:ext cx="1517358" cy="24588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20000"/>
              </a:lnSpc>
            </a:pPr>
            <a:endParaRPr lang="en-US" sz="675" dirty="0"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3" name="Content Placeholder 2"/>
          <p:cNvSpPr txBox="1">
            <a:spLocks/>
          </p:cNvSpPr>
          <p:nvPr/>
        </p:nvSpPr>
        <p:spPr>
          <a:xfrm>
            <a:off x="5238344" y="2870651"/>
            <a:ext cx="537609" cy="276217"/>
          </a:xfrm>
          <a:prstGeom prst="rect">
            <a:avLst/>
          </a:prstGeom>
          <a:noFill/>
        </p:spPr>
        <p:txBody>
          <a:bodyPr vert="horz" wrap="square" lIns="91430" tIns="45714" rIns="91430" bIns="45714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0000"/>
              </a:lnSpc>
              <a:buNone/>
            </a:pPr>
            <a:r>
              <a:rPr lang="en-US" sz="996">
                <a:solidFill>
                  <a:schemeClr val="bg1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50%</a:t>
            </a:r>
            <a:endParaRPr lang="en-US" sz="996" dirty="0">
              <a:solidFill>
                <a:schemeClr val="bg1"/>
              </a:solidFill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4" name="Rectangle 160"/>
          <p:cNvSpPr/>
          <p:nvPr/>
        </p:nvSpPr>
        <p:spPr>
          <a:xfrm>
            <a:off x="5135718" y="3965934"/>
            <a:ext cx="3034715" cy="2458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20000"/>
              </a:lnSpc>
            </a:pPr>
            <a:endParaRPr lang="en-US" sz="675" dirty="0"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5" name="Rectangle 161"/>
          <p:cNvSpPr/>
          <p:nvPr/>
        </p:nvSpPr>
        <p:spPr>
          <a:xfrm>
            <a:off x="5135719" y="3965934"/>
            <a:ext cx="1249587" cy="24588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20000"/>
              </a:lnSpc>
            </a:pPr>
            <a:endParaRPr lang="en-US" sz="675" dirty="0"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6" name="Content Placeholder 2"/>
          <p:cNvSpPr txBox="1">
            <a:spLocks/>
          </p:cNvSpPr>
          <p:nvPr/>
        </p:nvSpPr>
        <p:spPr>
          <a:xfrm>
            <a:off x="5238344" y="3981472"/>
            <a:ext cx="537609" cy="276217"/>
          </a:xfrm>
          <a:prstGeom prst="rect">
            <a:avLst/>
          </a:prstGeom>
          <a:noFill/>
        </p:spPr>
        <p:txBody>
          <a:bodyPr vert="horz" wrap="square" lIns="91430" tIns="45714" rIns="91430" bIns="45714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0000"/>
              </a:lnSpc>
              <a:buNone/>
            </a:pPr>
            <a:r>
              <a:rPr lang="en-US" sz="996" dirty="0">
                <a:solidFill>
                  <a:schemeClr val="bg1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45%</a:t>
            </a:r>
          </a:p>
        </p:txBody>
      </p:sp>
      <p:sp>
        <p:nvSpPr>
          <p:cNvPr id="57" name="Rectangle 163"/>
          <p:cNvSpPr/>
          <p:nvPr/>
        </p:nvSpPr>
        <p:spPr>
          <a:xfrm>
            <a:off x="5135718" y="3593808"/>
            <a:ext cx="3034715" cy="2458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20000"/>
              </a:lnSpc>
            </a:pPr>
            <a:endParaRPr lang="en-US" sz="675" dirty="0"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8" name="Rectangle 164"/>
          <p:cNvSpPr/>
          <p:nvPr/>
        </p:nvSpPr>
        <p:spPr>
          <a:xfrm>
            <a:off x="5135719" y="3593808"/>
            <a:ext cx="2261161" cy="245886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20000"/>
              </a:lnSpc>
            </a:pPr>
            <a:endParaRPr lang="en-US" sz="675" dirty="0"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59" name="Content Placeholder 2"/>
          <p:cNvSpPr txBox="1">
            <a:spLocks/>
          </p:cNvSpPr>
          <p:nvPr/>
        </p:nvSpPr>
        <p:spPr>
          <a:xfrm>
            <a:off x="5238344" y="3608337"/>
            <a:ext cx="537609" cy="276217"/>
          </a:xfrm>
          <a:prstGeom prst="rect">
            <a:avLst/>
          </a:prstGeom>
          <a:noFill/>
        </p:spPr>
        <p:txBody>
          <a:bodyPr vert="horz" wrap="square" lIns="91430" tIns="45714" rIns="91430" bIns="45714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0000"/>
              </a:lnSpc>
              <a:buNone/>
            </a:pPr>
            <a:r>
              <a:rPr lang="en-US" sz="996" dirty="0">
                <a:solidFill>
                  <a:schemeClr val="bg1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75%</a:t>
            </a:r>
          </a:p>
        </p:txBody>
      </p:sp>
      <p:sp>
        <p:nvSpPr>
          <p:cNvPr id="60" name="Rectangle 166"/>
          <p:cNvSpPr/>
          <p:nvPr/>
        </p:nvSpPr>
        <p:spPr>
          <a:xfrm>
            <a:off x="5135718" y="3222047"/>
            <a:ext cx="3034715" cy="2458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20000"/>
              </a:lnSpc>
            </a:pPr>
            <a:endParaRPr lang="en-US" sz="675" dirty="0"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1" name="Rectangle 167"/>
          <p:cNvSpPr/>
          <p:nvPr/>
        </p:nvSpPr>
        <p:spPr>
          <a:xfrm>
            <a:off x="5135719" y="3222047"/>
            <a:ext cx="1785127" cy="24588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20000"/>
              </a:lnSpc>
            </a:pPr>
            <a:endParaRPr lang="en-US" sz="675" dirty="0"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62" name="Content Placeholder 2"/>
          <p:cNvSpPr txBox="1">
            <a:spLocks/>
          </p:cNvSpPr>
          <p:nvPr/>
        </p:nvSpPr>
        <p:spPr>
          <a:xfrm>
            <a:off x="5238344" y="3236577"/>
            <a:ext cx="537609" cy="276217"/>
          </a:xfrm>
          <a:prstGeom prst="rect">
            <a:avLst/>
          </a:prstGeom>
          <a:noFill/>
        </p:spPr>
        <p:txBody>
          <a:bodyPr vert="horz" wrap="square" lIns="91430" tIns="45714" rIns="91430" bIns="45714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0000"/>
              </a:lnSpc>
              <a:buNone/>
            </a:pPr>
            <a:r>
              <a:rPr lang="en-US" sz="996" dirty="0">
                <a:solidFill>
                  <a:schemeClr val="bg1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62%</a:t>
            </a:r>
          </a:p>
        </p:txBody>
      </p:sp>
      <p:grpSp>
        <p:nvGrpSpPr>
          <p:cNvPr id="63" name="Group 169"/>
          <p:cNvGrpSpPr/>
          <p:nvPr/>
        </p:nvGrpSpPr>
        <p:grpSpPr>
          <a:xfrm>
            <a:off x="4760873" y="3209974"/>
            <a:ext cx="248692" cy="249117"/>
            <a:chOff x="7275629" y="3973834"/>
            <a:chExt cx="464344" cy="465138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64" name="AutoShape 37"/>
            <p:cNvSpPr>
              <a:spLocks/>
            </p:cNvSpPr>
            <p:nvPr/>
          </p:nvSpPr>
          <p:spPr bwMode="auto">
            <a:xfrm>
              <a:off x="7275629" y="4017490"/>
              <a:ext cx="423069" cy="421482"/>
            </a:xfrm>
            <a:custGeom>
              <a:avLst/>
              <a:gdLst>
                <a:gd name="T0" fmla="+- 0 10849 98"/>
                <a:gd name="T1" fmla="*/ T0 w 21502"/>
                <a:gd name="T2" fmla="*/ 10800 h 21600"/>
                <a:gd name="T3" fmla="+- 0 10849 98"/>
                <a:gd name="T4" fmla="*/ T3 w 21502"/>
                <a:gd name="T5" fmla="*/ 10800 h 21600"/>
                <a:gd name="T6" fmla="+- 0 10849 98"/>
                <a:gd name="T7" fmla="*/ T6 w 21502"/>
                <a:gd name="T8" fmla="*/ 10800 h 21600"/>
                <a:gd name="T9" fmla="+- 0 10849 98"/>
                <a:gd name="T10" fmla="*/ T9 w 21502"/>
                <a:gd name="T11" fmla="*/ 10800 h 21600"/>
              </a:gdLst>
              <a:ahLst/>
              <a:cxnLst>
                <a:cxn ang="0">
                  <a:pos x="T1" y="T2"/>
                </a:cxn>
                <a:cxn ang="0">
                  <a:pos x="T4" y="T5"/>
                </a:cxn>
                <a:cxn ang="0">
                  <a:pos x="T7" y="T8"/>
                </a:cxn>
                <a:cxn ang="0">
                  <a:pos x="T10" y="T11"/>
                </a:cxn>
              </a:cxnLst>
              <a:rect l="0" t="0" r="r" b="b"/>
              <a:pathLst>
                <a:path w="21502" h="21600">
                  <a:moveTo>
                    <a:pt x="19917" y="7880"/>
                  </a:moveTo>
                  <a:lnTo>
                    <a:pt x="18875" y="8932"/>
                  </a:lnTo>
                  <a:cubicBezTo>
                    <a:pt x="18730" y="9079"/>
                    <a:pt x="18497" y="9079"/>
                    <a:pt x="18353" y="8932"/>
                  </a:cubicBezTo>
                  <a:lnTo>
                    <a:pt x="17048" y="7617"/>
                  </a:lnTo>
                  <a:lnTo>
                    <a:pt x="15991" y="10290"/>
                  </a:lnTo>
                  <a:lnTo>
                    <a:pt x="16080" y="10064"/>
                  </a:lnTo>
                  <a:cubicBezTo>
                    <a:pt x="13859" y="7826"/>
                    <a:pt x="11601" y="7544"/>
                    <a:pt x="9565" y="7291"/>
                  </a:cubicBezTo>
                  <a:cubicBezTo>
                    <a:pt x="8910" y="7210"/>
                    <a:pt x="8276" y="7126"/>
                    <a:pt x="7652" y="6990"/>
                  </a:cubicBezTo>
                  <a:lnTo>
                    <a:pt x="13918" y="4456"/>
                  </a:lnTo>
                  <a:lnTo>
                    <a:pt x="12652" y="3179"/>
                  </a:lnTo>
                  <a:cubicBezTo>
                    <a:pt x="12508" y="3033"/>
                    <a:pt x="12508" y="2798"/>
                    <a:pt x="12652" y="2652"/>
                  </a:cubicBezTo>
                  <a:lnTo>
                    <a:pt x="13695" y="1598"/>
                  </a:lnTo>
                  <a:cubicBezTo>
                    <a:pt x="13840" y="1453"/>
                    <a:pt x="14073" y="1453"/>
                    <a:pt x="14217" y="1598"/>
                  </a:cubicBezTo>
                  <a:lnTo>
                    <a:pt x="19917" y="7353"/>
                  </a:lnTo>
                  <a:cubicBezTo>
                    <a:pt x="20062" y="7499"/>
                    <a:pt x="20062" y="7734"/>
                    <a:pt x="19917" y="7880"/>
                  </a:cubicBezTo>
                  <a:moveTo>
                    <a:pt x="12292" y="19639"/>
                  </a:moveTo>
                  <a:cubicBezTo>
                    <a:pt x="12200" y="19872"/>
                    <a:pt x="11999" y="20044"/>
                    <a:pt x="11756" y="20095"/>
                  </a:cubicBezTo>
                  <a:cubicBezTo>
                    <a:pt x="11700" y="20106"/>
                    <a:pt x="11643" y="20111"/>
                    <a:pt x="11587" y="20110"/>
                  </a:cubicBezTo>
                  <a:cubicBezTo>
                    <a:pt x="11400" y="20105"/>
                    <a:pt x="11219" y="20030"/>
                    <a:pt x="11084" y="19892"/>
                  </a:cubicBezTo>
                  <a:lnTo>
                    <a:pt x="1692" y="10517"/>
                  </a:lnTo>
                  <a:cubicBezTo>
                    <a:pt x="1519" y="10343"/>
                    <a:pt x="1443" y="10094"/>
                    <a:pt x="1488" y="9852"/>
                  </a:cubicBezTo>
                  <a:cubicBezTo>
                    <a:pt x="1533" y="9610"/>
                    <a:pt x="1695" y="9407"/>
                    <a:pt x="1917" y="9308"/>
                  </a:cubicBezTo>
                  <a:lnTo>
                    <a:pt x="6505" y="7453"/>
                  </a:lnTo>
                  <a:cubicBezTo>
                    <a:pt x="9597" y="8490"/>
                    <a:pt x="12689" y="7491"/>
                    <a:pt x="15781" y="10821"/>
                  </a:cubicBezTo>
                  <a:cubicBezTo>
                    <a:pt x="15781" y="10821"/>
                    <a:pt x="12292" y="19639"/>
                    <a:pt x="12292" y="19639"/>
                  </a:cubicBezTo>
                  <a:close/>
                  <a:moveTo>
                    <a:pt x="15260" y="545"/>
                  </a:moveTo>
                  <a:cubicBezTo>
                    <a:pt x="14912" y="193"/>
                    <a:pt x="14449" y="0"/>
                    <a:pt x="13956" y="0"/>
                  </a:cubicBezTo>
                  <a:cubicBezTo>
                    <a:pt x="13463" y="0"/>
                    <a:pt x="13000" y="193"/>
                    <a:pt x="12651" y="546"/>
                  </a:cubicBezTo>
                  <a:lnTo>
                    <a:pt x="11610" y="1598"/>
                  </a:lnTo>
                  <a:cubicBezTo>
                    <a:pt x="11261" y="1949"/>
                    <a:pt x="11068" y="2417"/>
                    <a:pt x="11068" y="2915"/>
                  </a:cubicBezTo>
                  <a:cubicBezTo>
                    <a:pt x="11068" y="3265"/>
                    <a:pt x="11164" y="3601"/>
                    <a:pt x="11342" y="3893"/>
                  </a:cubicBezTo>
                  <a:lnTo>
                    <a:pt x="1324" y="7944"/>
                  </a:lnTo>
                  <a:cubicBezTo>
                    <a:pt x="654" y="8241"/>
                    <a:pt x="173" y="8851"/>
                    <a:pt x="38" y="9575"/>
                  </a:cubicBezTo>
                  <a:cubicBezTo>
                    <a:pt x="-98" y="10302"/>
                    <a:pt x="130" y="11048"/>
                    <a:pt x="654" y="11576"/>
                  </a:cubicBezTo>
                  <a:lnTo>
                    <a:pt x="10041" y="20946"/>
                  </a:lnTo>
                  <a:cubicBezTo>
                    <a:pt x="10445" y="21354"/>
                    <a:pt x="10982" y="21586"/>
                    <a:pt x="11549" y="21599"/>
                  </a:cubicBezTo>
                  <a:cubicBezTo>
                    <a:pt x="11562" y="21599"/>
                    <a:pt x="11593" y="21599"/>
                    <a:pt x="11605" y="21599"/>
                  </a:cubicBezTo>
                  <a:cubicBezTo>
                    <a:pt x="11754" y="21599"/>
                    <a:pt x="11906" y="21584"/>
                    <a:pt x="12056" y="21553"/>
                  </a:cubicBezTo>
                  <a:cubicBezTo>
                    <a:pt x="12789" y="21399"/>
                    <a:pt x="13390" y="20888"/>
                    <a:pt x="13662" y="20191"/>
                  </a:cubicBezTo>
                  <a:lnTo>
                    <a:pt x="17604" y="10229"/>
                  </a:lnTo>
                  <a:cubicBezTo>
                    <a:pt x="17902" y="10426"/>
                    <a:pt x="18250" y="10532"/>
                    <a:pt x="18613" y="10532"/>
                  </a:cubicBezTo>
                  <a:cubicBezTo>
                    <a:pt x="19107" y="10532"/>
                    <a:pt x="19570" y="10338"/>
                    <a:pt x="19918" y="9986"/>
                  </a:cubicBezTo>
                  <a:lnTo>
                    <a:pt x="20957" y="8937"/>
                  </a:lnTo>
                  <a:cubicBezTo>
                    <a:pt x="21308" y="8585"/>
                    <a:pt x="21502" y="8116"/>
                    <a:pt x="21502" y="7617"/>
                  </a:cubicBezTo>
                  <a:cubicBezTo>
                    <a:pt x="21502" y="7117"/>
                    <a:pt x="21308" y="6648"/>
                    <a:pt x="20961" y="6300"/>
                  </a:cubicBezTo>
                  <a:cubicBezTo>
                    <a:pt x="20961" y="6300"/>
                    <a:pt x="15260" y="545"/>
                    <a:pt x="15260" y="545"/>
                  </a:cubicBezTo>
                  <a:close/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4286" tIns="14286" rIns="14286" bIns="14286" anchor="ctr"/>
            <a:lstStyle/>
            <a:p>
              <a:pPr algn="just" defTabSz="171411" hangingPunct="0">
                <a:lnSpc>
                  <a:spcPct val="120000"/>
                </a:lnSpc>
              </a:pPr>
              <a:endParaRPr lang="en-US" sz="675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5" name="AutoShape 38"/>
            <p:cNvSpPr>
              <a:spLocks/>
            </p:cNvSpPr>
            <p:nvPr/>
          </p:nvSpPr>
          <p:spPr bwMode="auto">
            <a:xfrm>
              <a:off x="7478829" y="4206403"/>
              <a:ext cx="72231" cy="730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4320"/>
                  </a:moveTo>
                  <a:cubicBezTo>
                    <a:pt x="14381" y="4320"/>
                    <a:pt x="17279" y="7222"/>
                    <a:pt x="17279" y="10800"/>
                  </a:cubicBezTo>
                  <a:cubicBezTo>
                    <a:pt x="17279" y="14377"/>
                    <a:pt x="14381" y="17279"/>
                    <a:pt x="10800" y="17279"/>
                  </a:cubicBezTo>
                  <a:cubicBezTo>
                    <a:pt x="7218" y="17279"/>
                    <a:pt x="4319" y="14377"/>
                    <a:pt x="4319" y="10800"/>
                  </a:cubicBezTo>
                  <a:cubicBezTo>
                    <a:pt x="4319" y="7222"/>
                    <a:pt x="7218" y="4320"/>
                    <a:pt x="10800" y="4320"/>
                  </a:cubicBezTo>
                  <a:moveTo>
                    <a:pt x="10800" y="21599"/>
                  </a:moveTo>
                  <a:cubicBezTo>
                    <a:pt x="16752" y="21599"/>
                    <a:pt x="21600" y="16756"/>
                    <a:pt x="21600" y="10800"/>
                  </a:cubicBezTo>
                  <a:cubicBezTo>
                    <a:pt x="21600" y="4843"/>
                    <a:pt x="16752" y="0"/>
                    <a:pt x="10800" y="0"/>
                  </a:cubicBezTo>
                  <a:cubicBezTo>
                    <a:pt x="4847" y="0"/>
                    <a:pt x="0" y="4843"/>
                    <a:pt x="0" y="10800"/>
                  </a:cubicBezTo>
                  <a:cubicBezTo>
                    <a:pt x="0" y="16756"/>
                    <a:pt x="4847" y="21599"/>
                    <a:pt x="10800" y="2159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4286" tIns="14286" rIns="14286" bIns="14286" anchor="ctr"/>
            <a:lstStyle/>
            <a:p>
              <a:pPr algn="just" defTabSz="171411" hangingPunct="0">
                <a:lnSpc>
                  <a:spcPct val="120000"/>
                </a:lnSpc>
              </a:pPr>
              <a:endParaRPr lang="en-US" sz="675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6" name="AutoShape 39"/>
            <p:cNvSpPr>
              <a:spLocks/>
            </p:cNvSpPr>
            <p:nvPr/>
          </p:nvSpPr>
          <p:spPr bwMode="auto">
            <a:xfrm>
              <a:off x="7667742" y="3973834"/>
              <a:ext cx="72231" cy="7302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17279"/>
                  </a:moveTo>
                  <a:cubicBezTo>
                    <a:pt x="7218" y="17279"/>
                    <a:pt x="4320" y="14377"/>
                    <a:pt x="4320" y="10800"/>
                  </a:cubicBezTo>
                  <a:cubicBezTo>
                    <a:pt x="4320" y="7222"/>
                    <a:pt x="7218" y="4320"/>
                    <a:pt x="10800" y="4320"/>
                  </a:cubicBezTo>
                  <a:cubicBezTo>
                    <a:pt x="14381" y="4320"/>
                    <a:pt x="17280" y="7222"/>
                    <a:pt x="17280" y="10800"/>
                  </a:cubicBezTo>
                  <a:cubicBezTo>
                    <a:pt x="17280" y="14377"/>
                    <a:pt x="14381" y="17279"/>
                    <a:pt x="10800" y="17279"/>
                  </a:cubicBezTo>
                  <a:moveTo>
                    <a:pt x="10800" y="0"/>
                  </a:moveTo>
                  <a:cubicBezTo>
                    <a:pt x="4847" y="0"/>
                    <a:pt x="0" y="4843"/>
                    <a:pt x="0" y="10800"/>
                  </a:cubicBezTo>
                  <a:cubicBezTo>
                    <a:pt x="0" y="16756"/>
                    <a:pt x="4847" y="21599"/>
                    <a:pt x="10800" y="21599"/>
                  </a:cubicBezTo>
                  <a:cubicBezTo>
                    <a:pt x="16752" y="21599"/>
                    <a:pt x="21600" y="16756"/>
                    <a:pt x="21600" y="10800"/>
                  </a:cubicBezTo>
                  <a:cubicBezTo>
                    <a:pt x="21600" y="4843"/>
                    <a:pt x="16752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4286" tIns="14286" rIns="14286" bIns="14286" anchor="ctr"/>
            <a:lstStyle/>
            <a:p>
              <a:pPr algn="just" defTabSz="171411" hangingPunct="0">
                <a:lnSpc>
                  <a:spcPct val="120000"/>
                </a:lnSpc>
              </a:pPr>
              <a:endParaRPr lang="en-US" sz="675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7" name="AutoShape 40"/>
            <p:cNvSpPr>
              <a:spLocks/>
            </p:cNvSpPr>
            <p:nvPr/>
          </p:nvSpPr>
          <p:spPr bwMode="auto">
            <a:xfrm>
              <a:off x="7391517" y="4192115"/>
              <a:ext cx="57944" cy="57944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5400"/>
                  </a:moveTo>
                  <a:cubicBezTo>
                    <a:pt x="13779" y="5400"/>
                    <a:pt x="16199" y="7815"/>
                    <a:pt x="16199" y="10800"/>
                  </a:cubicBezTo>
                  <a:cubicBezTo>
                    <a:pt x="16199" y="13784"/>
                    <a:pt x="13779" y="16200"/>
                    <a:pt x="10800" y="16200"/>
                  </a:cubicBezTo>
                  <a:cubicBezTo>
                    <a:pt x="7820" y="16200"/>
                    <a:pt x="5399" y="13784"/>
                    <a:pt x="5399" y="10800"/>
                  </a:cubicBezTo>
                  <a:cubicBezTo>
                    <a:pt x="5399" y="7815"/>
                    <a:pt x="7820" y="5400"/>
                    <a:pt x="10800" y="5400"/>
                  </a:cubicBezTo>
                  <a:moveTo>
                    <a:pt x="0" y="10800"/>
                  </a:moveTo>
                  <a:cubicBezTo>
                    <a:pt x="0" y="16753"/>
                    <a:pt x="4843" y="21599"/>
                    <a:pt x="10800" y="21599"/>
                  </a:cubicBezTo>
                  <a:cubicBezTo>
                    <a:pt x="16756" y="21599"/>
                    <a:pt x="21600" y="16753"/>
                    <a:pt x="21600" y="10800"/>
                  </a:cubicBezTo>
                  <a:cubicBezTo>
                    <a:pt x="21600" y="4846"/>
                    <a:pt x="16756" y="0"/>
                    <a:pt x="10800" y="0"/>
                  </a:cubicBezTo>
                  <a:cubicBezTo>
                    <a:pt x="4843" y="0"/>
                    <a:pt x="0" y="4846"/>
                    <a:pt x="0" y="1080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4286" tIns="14286" rIns="14286" bIns="14286" anchor="ctr"/>
            <a:lstStyle/>
            <a:p>
              <a:pPr algn="just" defTabSz="171411" hangingPunct="0">
                <a:lnSpc>
                  <a:spcPct val="120000"/>
                </a:lnSpc>
              </a:pPr>
              <a:endParaRPr lang="en-US" sz="675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8" name="AutoShape 41"/>
            <p:cNvSpPr>
              <a:spLocks/>
            </p:cNvSpPr>
            <p:nvPr/>
          </p:nvSpPr>
          <p:spPr bwMode="auto">
            <a:xfrm>
              <a:off x="7449460" y="4293715"/>
              <a:ext cx="29369" cy="285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21599"/>
                  </a:moveTo>
                  <a:cubicBezTo>
                    <a:pt x="16758" y="21599"/>
                    <a:pt x="21600" y="16769"/>
                    <a:pt x="21600" y="10800"/>
                  </a:cubicBezTo>
                  <a:cubicBezTo>
                    <a:pt x="21600" y="4830"/>
                    <a:pt x="16758" y="0"/>
                    <a:pt x="10800" y="0"/>
                  </a:cubicBezTo>
                  <a:cubicBezTo>
                    <a:pt x="4841" y="0"/>
                    <a:pt x="0" y="4830"/>
                    <a:pt x="0" y="10800"/>
                  </a:cubicBezTo>
                  <a:cubicBezTo>
                    <a:pt x="0" y="16769"/>
                    <a:pt x="4841" y="21599"/>
                    <a:pt x="10800" y="2159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4286" tIns="14286" rIns="14286" bIns="14286" anchor="ctr"/>
            <a:lstStyle/>
            <a:p>
              <a:pPr algn="just" defTabSz="171411" hangingPunct="0">
                <a:lnSpc>
                  <a:spcPct val="120000"/>
                </a:lnSpc>
              </a:pPr>
              <a:endParaRPr lang="en-US" sz="675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69" name="AutoShape 42"/>
            <p:cNvSpPr>
              <a:spLocks/>
            </p:cNvSpPr>
            <p:nvPr/>
          </p:nvSpPr>
          <p:spPr bwMode="auto">
            <a:xfrm>
              <a:off x="7682029" y="4075434"/>
              <a:ext cx="28575" cy="2936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4841" y="0"/>
                    <a:pt x="0" y="4830"/>
                    <a:pt x="0" y="10800"/>
                  </a:cubicBezTo>
                  <a:cubicBezTo>
                    <a:pt x="0" y="16769"/>
                    <a:pt x="4841" y="21599"/>
                    <a:pt x="10800" y="21599"/>
                  </a:cubicBezTo>
                  <a:cubicBezTo>
                    <a:pt x="16758" y="21599"/>
                    <a:pt x="21600" y="16769"/>
                    <a:pt x="21600" y="10800"/>
                  </a:cubicBezTo>
                  <a:cubicBezTo>
                    <a:pt x="21600" y="4830"/>
                    <a:pt x="16758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4286" tIns="14286" rIns="14286" bIns="14286" anchor="ctr"/>
            <a:lstStyle/>
            <a:p>
              <a:pPr algn="just" defTabSz="171411" hangingPunct="0">
                <a:lnSpc>
                  <a:spcPct val="120000"/>
                </a:lnSpc>
              </a:pPr>
              <a:endParaRPr lang="en-US" sz="675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70" name="Group 176"/>
          <p:cNvGrpSpPr/>
          <p:nvPr/>
        </p:nvGrpSpPr>
        <p:grpSpPr>
          <a:xfrm>
            <a:off x="4782508" y="3972439"/>
            <a:ext cx="211329" cy="241460"/>
            <a:chOff x="9162373" y="3045147"/>
            <a:chExt cx="406400" cy="464344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71" name="AutoShape 48"/>
            <p:cNvSpPr>
              <a:spLocks/>
            </p:cNvSpPr>
            <p:nvPr/>
          </p:nvSpPr>
          <p:spPr bwMode="auto">
            <a:xfrm>
              <a:off x="9162373" y="3045147"/>
              <a:ext cx="406400" cy="464344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7425"/>
                  </a:moveTo>
                  <a:cubicBezTo>
                    <a:pt x="5687" y="7425"/>
                    <a:pt x="1542" y="6064"/>
                    <a:pt x="1542" y="4387"/>
                  </a:cubicBezTo>
                  <a:cubicBezTo>
                    <a:pt x="1542" y="2709"/>
                    <a:pt x="5687" y="1350"/>
                    <a:pt x="10800" y="1350"/>
                  </a:cubicBezTo>
                  <a:cubicBezTo>
                    <a:pt x="15912" y="1350"/>
                    <a:pt x="20057" y="2709"/>
                    <a:pt x="20057" y="4387"/>
                  </a:cubicBezTo>
                  <a:cubicBezTo>
                    <a:pt x="20057" y="6064"/>
                    <a:pt x="15912" y="7425"/>
                    <a:pt x="10800" y="7425"/>
                  </a:cubicBezTo>
                  <a:moveTo>
                    <a:pt x="20057" y="9112"/>
                  </a:moveTo>
                  <a:lnTo>
                    <a:pt x="20054" y="9112"/>
                  </a:lnTo>
                  <a:cubicBezTo>
                    <a:pt x="20054" y="9119"/>
                    <a:pt x="20057" y="9127"/>
                    <a:pt x="20057" y="9133"/>
                  </a:cubicBezTo>
                  <a:cubicBezTo>
                    <a:pt x="20057" y="10800"/>
                    <a:pt x="15912" y="12150"/>
                    <a:pt x="10800" y="12150"/>
                  </a:cubicBezTo>
                  <a:cubicBezTo>
                    <a:pt x="5687" y="12150"/>
                    <a:pt x="1542" y="10800"/>
                    <a:pt x="1542" y="9133"/>
                  </a:cubicBezTo>
                  <a:cubicBezTo>
                    <a:pt x="1542" y="9127"/>
                    <a:pt x="1545" y="9119"/>
                    <a:pt x="1545" y="9112"/>
                  </a:cubicBezTo>
                  <a:lnTo>
                    <a:pt x="1542" y="9112"/>
                  </a:lnTo>
                  <a:lnTo>
                    <a:pt x="1542" y="6793"/>
                  </a:lnTo>
                  <a:cubicBezTo>
                    <a:pt x="3564" y="8140"/>
                    <a:pt x="7271" y="8774"/>
                    <a:pt x="10800" y="8774"/>
                  </a:cubicBezTo>
                  <a:cubicBezTo>
                    <a:pt x="14328" y="8774"/>
                    <a:pt x="18035" y="8140"/>
                    <a:pt x="20057" y="6793"/>
                  </a:cubicBezTo>
                  <a:cubicBezTo>
                    <a:pt x="20057" y="6793"/>
                    <a:pt x="20057" y="9112"/>
                    <a:pt x="20057" y="9112"/>
                  </a:cubicBezTo>
                  <a:close/>
                  <a:moveTo>
                    <a:pt x="20057" y="13162"/>
                  </a:moveTo>
                  <a:lnTo>
                    <a:pt x="20054" y="13162"/>
                  </a:lnTo>
                  <a:cubicBezTo>
                    <a:pt x="20054" y="13169"/>
                    <a:pt x="20057" y="13177"/>
                    <a:pt x="20057" y="13183"/>
                  </a:cubicBezTo>
                  <a:cubicBezTo>
                    <a:pt x="20057" y="14850"/>
                    <a:pt x="15912" y="16200"/>
                    <a:pt x="10800" y="16200"/>
                  </a:cubicBezTo>
                  <a:cubicBezTo>
                    <a:pt x="5687" y="16200"/>
                    <a:pt x="1542" y="14850"/>
                    <a:pt x="1542" y="13183"/>
                  </a:cubicBezTo>
                  <a:cubicBezTo>
                    <a:pt x="1542" y="13177"/>
                    <a:pt x="1545" y="13169"/>
                    <a:pt x="1545" y="13162"/>
                  </a:cubicBezTo>
                  <a:lnTo>
                    <a:pt x="1542" y="13162"/>
                  </a:lnTo>
                  <a:lnTo>
                    <a:pt x="1542" y="10640"/>
                  </a:lnTo>
                  <a:cubicBezTo>
                    <a:pt x="3136" y="12077"/>
                    <a:pt x="6982" y="12825"/>
                    <a:pt x="10800" y="12825"/>
                  </a:cubicBezTo>
                  <a:cubicBezTo>
                    <a:pt x="14617" y="12825"/>
                    <a:pt x="18463" y="12077"/>
                    <a:pt x="20057" y="10640"/>
                  </a:cubicBezTo>
                  <a:cubicBezTo>
                    <a:pt x="20057" y="10640"/>
                    <a:pt x="20057" y="13162"/>
                    <a:pt x="20057" y="13162"/>
                  </a:cubicBezTo>
                  <a:close/>
                  <a:moveTo>
                    <a:pt x="20057" y="17212"/>
                  </a:moveTo>
                  <a:cubicBezTo>
                    <a:pt x="20057" y="18889"/>
                    <a:pt x="15912" y="20249"/>
                    <a:pt x="10800" y="20249"/>
                  </a:cubicBezTo>
                  <a:cubicBezTo>
                    <a:pt x="5687" y="20249"/>
                    <a:pt x="1542" y="18889"/>
                    <a:pt x="1542" y="17212"/>
                  </a:cubicBezTo>
                  <a:lnTo>
                    <a:pt x="1542" y="14690"/>
                  </a:lnTo>
                  <a:cubicBezTo>
                    <a:pt x="3136" y="16127"/>
                    <a:pt x="6982" y="16875"/>
                    <a:pt x="10800" y="16875"/>
                  </a:cubicBezTo>
                  <a:cubicBezTo>
                    <a:pt x="14617" y="16875"/>
                    <a:pt x="18463" y="16127"/>
                    <a:pt x="20057" y="14690"/>
                  </a:cubicBezTo>
                  <a:cubicBezTo>
                    <a:pt x="20057" y="14690"/>
                    <a:pt x="20057" y="17212"/>
                    <a:pt x="20057" y="17212"/>
                  </a:cubicBezTo>
                  <a:close/>
                  <a:moveTo>
                    <a:pt x="10800" y="0"/>
                  </a:moveTo>
                  <a:cubicBezTo>
                    <a:pt x="5598" y="0"/>
                    <a:pt x="0" y="1372"/>
                    <a:pt x="0" y="4387"/>
                  </a:cubicBezTo>
                  <a:lnTo>
                    <a:pt x="0" y="17212"/>
                  </a:lnTo>
                  <a:cubicBezTo>
                    <a:pt x="0" y="20226"/>
                    <a:pt x="5598" y="21599"/>
                    <a:pt x="10800" y="21599"/>
                  </a:cubicBezTo>
                  <a:cubicBezTo>
                    <a:pt x="16001" y="21599"/>
                    <a:pt x="21599" y="20226"/>
                    <a:pt x="21599" y="17212"/>
                  </a:cubicBezTo>
                  <a:lnTo>
                    <a:pt x="21599" y="4387"/>
                  </a:lnTo>
                  <a:cubicBezTo>
                    <a:pt x="21599" y="1372"/>
                    <a:pt x="16001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4286" tIns="14286" rIns="14286" bIns="14286" anchor="ctr"/>
            <a:lstStyle/>
            <a:p>
              <a:pPr algn="just" defTabSz="171411" hangingPunct="0">
                <a:lnSpc>
                  <a:spcPct val="120000"/>
                </a:lnSpc>
              </a:pPr>
              <a:endParaRPr lang="en-US" sz="675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72" name="AutoShape 49"/>
            <p:cNvSpPr>
              <a:spLocks/>
            </p:cNvSpPr>
            <p:nvPr/>
          </p:nvSpPr>
          <p:spPr bwMode="auto">
            <a:xfrm>
              <a:off x="9481460" y="3407890"/>
              <a:ext cx="29369" cy="28575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21599"/>
                  </a:moveTo>
                  <a:cubicBezTo>
                    <a:pt x="16769" y="21599"/>
                    <a:pt x="21600" y="16769"/>
                    <a:pt x="21600" y="10800"/>
                  </a:cubicBezTo>
                  <a:cubicBezTo>
                    <a:pt x="21600" y="4830"/>
                    <a:pt x="16769" y="0"/>
                    <a:pt x="10800" y="0"/>
                  </a:cubicBezTo>
                  <a:cubicBezTo>
                    <a:pt x="4830" y="0"/>
                    <a:pt x="0" y="4830"/>
                    <a:pt x="0" y="10800"/>
                  </a:cubicBezTo>
                  <a:cubicBezTo>
                    <a:pt x="0" y="16769"/>
                    <a:pt x="4830" y="21599"/>
                    <a:pt x="10800" y="2159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4286" tIns="14286" rIns="14286" bIns="14286" anchor="ctr"/>
            <a:lstStyle/>
            <a:p>
              <a:pPr algn="just" defTabSz="171411" hangingPunct="0">
                <a:lnSpc>
                  <a:spcPct val="120000"/>
                </a:lnSpc>
              </a:pPr>
              <a:endParaRPr lang="en-US" sz="675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73" name="AutoShape 50"/>
            <p:cNvSpPr>
              <a:spLocks/>
            </p:cNvSpPr>
            <p:nvPr/>
          </p:nvSpPr>
          <p:spPr bwMode="auto">
            <a:xfrm>
              <a:off x="9481460" y="3320578"/>
              <a:ext cx="29369" cy="2936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21599"/>
                  </a:moveTo>
                  <a:cubicBezTo>
                    <a:pt x="16769" y="21599"/>
                    <a:pt x="21600" y="16769"/>
                    <a:pt x="21600" y="10800"/>
                  </a:cubicBezTo>
                  <a:cubicBezTo>
                    <a:pt x="21600" y="4830"/>
                    <a:pt x="16769" y="0"/>
                    <a:pt x="10800" y="0"/>
                  </a:cubicBezTo>
                  <a:cubicBezTo>
                    <a:pt x="4830" y="0"/>
                    <a:pt x="0" y="4830"/>
                    <a:pt x="0" y="10800"/>
                  </a:cubicBezTo>
                  <a:cubicBezTo>
                    <a:pt x="0" y="16769"/>
                    <a:pt x="4830" y="21599"/>
                    <a:pt x="10800" y="2159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4286" tIns="14286" rIns="14286" bIns="14286" anchor="ctr"/>
            <a:lstStyle/>
            <a:p>
              <a:pPr algn="just" defTabSz="171411" hangingPunct="0">
                <a:lnSpc>
                  <a:spcPct val="120000"/>
                </a:lnSpc>
              </a:pPr>
              <a:endParaRPr lang="en-US" sz="675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74" name="AutoShape 51"/>
            <p:cNvSpPr>
              <a:spLocks/>
            </p:cNvSpPr>
            <p:nvPr/>
          </p:nvSpPr>
          <p:spPr bwMode="auto">
            <a:xfrm>
              <a:off x="9481460" y="3233265"/>
              <a:ext cx="29369" cy="29369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21599"/>
                  </a:moveTo>
                  <a:cubicBezTo>
                    <a:pt x="16769" y="21599"/>
                    <a:pt x="21600" y="16769"/>
                    <a:pt x="21600" y="10800"/>
                  </a:cubicBezTo>
                  <a:cubicBezTo>
                    <a:pt x="21600" y="4830"/>
                    <a:pt x="16769" y="0"/>
                    <a:pt x="10800" y="0"/>
                  </a:cubicBezTo>
                  <a:cubicBezTo>
                    <a:pt x="4830" y="0"/>
                    <a:pt x="0" y="4830"/>
                    <a:pt x="0" y="10800"/>
                  </a:cubicBezTo>
                  <a:cubicBezTo>
                    <a:pt x="0" y="16769"/>
                    <a:pt x="4830" y="21599"/>
                    <a:pt x="10800" y="2159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4286" tIns="14286" rIns="14286" bIns="14286" anchor="ctr"/>
            <a:lstStyle/>
            <a:p>
              <a:pPr algn="just" defTabSz="171411" hangingPunct="0">
                <a:lnSpc>
                  <a:spcPct val="120000"/>
                </a:lnSpc>
              </a:pPr>
              <a:endParaRPr lang="en-US" sz="675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75" name="Group 181"/>
          <p:cNvGrpSpPr/>
          <p:nvPr/>
        </p:nvGrpSpPr>
        <p:grpSpPr>
          <a:xfrm>
            <a:off x="4805888" y="2852232"/>
            <a:ext cx="170896" cy="249117"/>
            <a:chOff x="3582988" y="3510757"/>
            <a:chExt cx="319088" cy="465138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76" name="AutoShape 113"/>
            <p:cNvSpPr>
              <a:spLocks/>
            </p:cNvSpPr>
            <p:nvPr/>
          </p:nvSpPr>
          <p:spPr bwMode="auto">
            <a:xfrm>
              <a:off x="3582988" y="3510757"/>
              <a:ext cx="319088" cy="46513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5386" y="14175"/>
                  </a:moveTo>
                  <a:lnTo>
                    <a:pt x="6223" y="14175"/>
                  </a:lnTo>
                  <a:cubicBezTo>
                    <a:pt x="5734" y="13446"/>
                    <a:pt x="5147" y="12716"/>
                    <a:pt x="4568" y="12003"/>
                  </a:cubicBezTo>
                  <a:cubicBezTo>
                    <a:pt x="3287" y="10427"/>
                    <a:pt x="1963" y="8797"/>
                    <a:pt x="1963" y="7425"/>
                  </a:cubicBezTo>
                  <a:cubicBezTo>
                    <a:pt x="1963" y="4075"/>
                    <a:pt x="5927" y="1350"/>
                    <a:pt x="10800" y="1350"/>
                  </a:cubicBezTo>
                  <a:cubicBezTo>
                    <a:pt x="15672" y="1350"/>
                    <a:pt x="19636" y="4075"/>
                    <a:pt x="19636" y="7425"/>
                  </a:cubicBezTo>
                  <a:cubicBezTo>
                    <a:pt x="19636" y="8787"/>
                    <a:pt x="18312" y="10425"/>
                    <a:pt x="17029" y="12011"/>
                  </a:cubicBezTo>
                  <a:cubicBezTo>
                    <a:pt x="16455" y="12723"/>
                    <a:pt x="15873" y="13449"/>
                    <a:pt x="15386" y="14175"/>
                  </a:cubicBezTo>
                  <a:moveTo>
                    <a:pt x="10800" y="20249"/>
                  </a:moveTo>
                  <a:cubicBezTo>
                    <a:pt x="9805" y="20249"/>
                    <a:pt x="9347" y="20171"/>
                    <a:pt x="8839" y="19406"/>
                  </a:cubicBezTo>
                  <a:lnTo>
                    <a:pt x="13000" y="19048"/>
                  </a:lnTo>
                  <a:cubicBezTo>
                    <a:pt x="12398" y="20164"/>
                    <a:pt x="11959" y="20249"/>
                    <a:pt x="10800" y="20249"/>
                  </a:cubicBezTo>
                  <a:moveTo>
                    <a:pt x="7595" y="16813"/>
                  </a:moveTo>
                  <a:cubicBezTo>
                    <a:pt x="7417" y="16407"/>
                    <a:pt x="7215" y="15978"/>
                    <a:pt x="6991" y="15525"/>
                  </a:cubicBezTo>
                  <a:lnTo>
                    <a:pt x="14616" y="15525"/>
                  </a:lnTo>
                  <a:cubicBezTo>
                    <a:pt x="14496" y="15767"/>
                    <a:pt x="14375" y="16010"/>
                    <a:pt x="14270" y="16239"/>
                  </a:cubicBezTo>
                  <a:cubicBezTo>
                    <a:pt x="14270" y="16239"/>
                    <a:pt x="7595" y="16813"/>
                    <a:pt x="7595" y="16813"/>
                  </a:cubicBezTo>
                  <a:close/>
                  <a:moveTo>
                    <a:pt x="13345" y="18343"/>
                  </a:moveTo>
                  <a:lnTo>
                    <a:pt x="8476" y="18762"/>
                  </a:lnTo>
                  <a:cubicBezTo>
                    <a:pt x="8303" y="18416"/>
                    <a:pt x="8116" y="18011"/>
                    <a:pt x="7890" y="17483"/>
                  </a:cubicBezTo>
                  <a:cubicBezTo>
                    <a:pt x="7887" y="17477"/>
                    <a:pt x="7883" y="17469"/>
                    <a:pt x="7881" y="17462"/>
                  </a:cubicBezTo>
                  <a:lnTo>
                    <a:pt x="13957" y="16941"/>
                  </a:lnTo>
                  <a:cubicBezTo>
                    <a:pt x="13871" y="17140"/>
                    <a:pt x="13778" y="17350"/>
                    <a:pt x="13698" y="17537"/>
                  </a:cubicBezTo>
                  <a:cubicBezTo>
                    <a:pt x="13569" y="17841"/>
                    <a:pt x="13453" y="18104"/>
                    <a:pt x="13345" y="18343"/>
                  </a:cubicBezTo>
                  <a:moveTo>
                    <a:pt x="10800" y="0"/>
                  </a:moveTo>
                  <a:cubicBezTo>
                    <a:pt x="4835" y="0"/>
                    <a:pt x="0" y="3324"/>
                    <a:pt x="0" y="7425"/>
                  </a:cubicBezTo>
                  <a:cubicBezTo>
                    <a:pt x="0" y="10146"/>
                    <a:pt x="3621" y="13029"/>
                    <a:pt x="4939" y="15562"/>
                  </a:cubicBezTo>
                  <a:cubicBezTo>
                    <a:pt x="6906" y="19339"/>
                    <a:pt x="6688" y="21599"/>
                    <a:pt x="10800" y="21599"/>
                  </a:cubicBezTo>
                  <a:cubicBezTo>
                    <a:pt x="14972" y="21599"/>
                    <a:pt x="14692" y="19349"/>
                    <a:pt x="16660" y="15577"/>
                  </a:cubicBezTo>
                  <a:cubicBezTo>
                    <a:pt x="17983" y="13039"/>
                    <a:pt x="21600" y="10124"/>
                    <a:pt x="21600" y="7425"/>
                  </a:cubicBezTo>
                  <a:cubicBezTo>
                    <a:pt x="21600" y="3324"/>
                    <a:pt x="16764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4286" tIns="14286" rIns="14286" bIns="14286" anchor="ctr"/>
            <a:lstStyle/>
            <a:p>
              <a:pPr algn="just" defTabSz="171411" hangingPunct="0">
                <a:lnSpc>
                  <a:spcPct val="120000"/>
                </a:lnSpc>
              </a:pPr>
              <a:endParaRPr lang="en-US" sz="675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77" name="AutoShape 114"/>
            <p:cNvSpPr>
              <a:spLocks/>
            </p:cNvSpPr>
            <p:nvPr/>
          </p:nvSpPr>
          <p:spPr bwMode="auto">
            <a:xfrm>
              <a:off x="3655219" y="3583782"/>
              <a:ext cx="94456" cy="94456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938" y="0"/>
                  </a:moveTo>
                  <a:cubicBezTo>
                    <a:pt x="8943" y="0"/>
                    <a:pt x="0" y="8942"/>
                    <a:pt x="0" y="19938"/>
                  </a:cubicBezTo>
                  <a:cubicBezTo>
                    <a:pt x="0" y="20855"/>
                    <a:pt x="743" y="21600"/>
                    <a:pt x="1661" y="21600"/>
                  </a:cubicBezTo>
                  <a:cubicBezTo>
                    <a:pt x="2579" y="21600"/>
                    <a:pt x="3323" y="20855"/>
                    <a:pt x="3323" y="19938"/>
                  </a:cubicBezTo>
                  <a:cubicBezTo>
                    <a:pt x="3323" y="10777"/>
                    <a:pt x="10777" y="3323"/>
                    <a:pt x="19938" y="3323"/>
                  </a:cubicBezTo>
                  <a:cubicBezTo>
                    <a:pt x="20856" y="3323"/>
                    <a:pt x="21600" y="2578"/>
                    <a:pt x="21600" y="1661"/>
                  </a:cubicBezTo>
                  <a:cubicBezTo>
                    <a:pt x="21600" y="744"/>
                    <a:pt x="20856" y="0"/>
                    <a:pt x="19938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4286" tIns="14286" rIns="14286" bIns="14286" anchor="ctr"/>
            <a:lstStyle/>
            <a:p>
              <a:pPr algn="just" defTabSz="171411" hangingPunct="0">
                <a:lnSpc>
                  <a:spcPct val="120000"/>
                </a:lnSpc>
              </a:pPr>
              <a:endParaRPr lang="en-US" sz="675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78" name="Group 184"/>
          <p:cNvGrpSpPr/>
          <p:nvPr/>
        </p:nvGrpSpPr>
        <p:grpSpPr>
          <a:xfrm>
            <a:off x="4792242" y="3591206"/>
            <a:ext cx="186624" cy="249117"/>
            <a:chOff x="2639219" y="3510757"/>
            <a:chExt cx="348456" cy="465138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79" name="AutoShape 115"/>
            <p:cNvSpPr>
              <a:spLocks/>
            </p:cNvSpPr>
            <p:nvPr/>
          </p:nvSpPr>
          <p:spPr bwMode="auto">
            <a:xfrm>
              <a:off x="2639219" y="3510757"/>
              <a:ext cx="348456" cy="465138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9800" y="12825"/>
                  </a:moveTo>
                  <a:lnTo>
                    <a:pt x="19800" y="13500"/>
                  </a:lnTo>
                  <a:lnTo>
                    <a:pt x="19800" y="14850"/>
                  </a:lnTo>
                  <a:lnTo>
                    <a:pt x="19800" y="15525"/>
                  </a:lnTo>
                  <a:cubicBezTo>
                    <a:pt x="19800" y="18129"/>
                    <a:pt x="16972" y="20249"/>
                    <a:pt x="13499" y="20249"/>
                  </a:cubicBezTo>
                  <a:lnTo>
                    <a:pt x="8099" y="20249"/>
                  </a:lnTo>
                  <a:cubicBezTo>
                    <a:pt x="4627" y="20249"/>
                    <a:pt x="1800" y="18129"/>
                    <a:pt x="1800" y="15525"/>
                  </a:cubicBezTo>
                  <a:lnTo>
                    <a:pt x="1800" y="14850"/>
                  </a:lnTo>
                  <a:lnTo>
                    <a:pt x="1800" y="13500"/>
                  </a:lnTo>
                  <a:lnTo>
                    <a:pt x="1800" y="12825"/>
                  </a:lnTo>
                  <a:lnTo>
                    <a:pt x="1800" y="10800"/>
                  </a:lnTo>
                  <a:cubicBezTo>
                    <a:pt x="1800" y="10427"/>
                    <a:pt x="2203" y="10124"/>
                    <a:pt x="2699" y="10124"/>
                  </a:cubicBezTo>
                  <a:lnTo>
                    <a:pt x="4499" y="10124"/>
                  </a:lnTo>
                  <a:lnTo>
                    <a:pt x="17100" y="10124"/>
                  </a:lnTo>
                  <a:lnTo>
                    <a:pt x="18899" y="10124"/>
                  </a:lnTo>
                  <a:cubicBezTo>
                    <a:pt x="19396" y="10124"/>
                    <a:pt x="19800" y="10427"/>
                    <a:pt x="19800" y="10800"/>
                  </a:cubicBezTo>
                  <a:cubicBezTo>
                    <a:pt x="19800" y="10800"/>
                    <a:pt x="19800" y="12825"/>
                    <a:pt x="19800" y="12825"/>
                  </a:cubicBezTo>
                  <a:close/>
                  <a:moveTo>
                    <a:pt x="14400" y="6075"/>
                  </a:moveTo>
                  <a:lnTo>
                    <a:pt x="14400" y="6076"/>
                  </a:lnTo>
                  <a:lnTo>
                    <a:pt x="14400" y="8774"/>
                  </a:lnTo>
                  <a:lnTo>
                    <a:pt x="7200" y="8774"/>
                  </a:lnTo>
                  <a:lnTo>
                    <a:pt x="7200" y="6076"/>
                  </a:lnTo>
                  <a:lnTo>
                    <a:pt x="7200" y="6075"/>
                  </a:lnTo>
                  <a:cubicBezTo>
                    <a:pt x="7200" y="4583"/>
                    <a:pt x="8811" y="3375"/>
                    <a:pt x="10800" y="3375"/>
                  </a:cubicBezTo>
                  <a:cubicBezTo>
                    <a:pt x="12788" y="3375"/>
                    <a:pt x="14400" y="4583"/>
                    <a:pt x="14400" y="6075"/>
                  </a:cubicBezTo>
                  <a:moveTo>
                    <a:pt x="4499" y="6075"/>
                  </a:moveTo>
                  <a:cubicBezTo>
                    <a:pt x="4499" y="3465"/>
                    <a:pt x="7320" y="1350"/>
                    <a:pt x="10800" y="1350"/>
                  </a:cubicBezTo>
                  <a:cubicBezTo>
                    <a:pt x="14279" y="1350"/>
                    <a:pt x="17100" y="3465"/>
                    <a:pt x="17100" y="6075"/>
                  </a:cubicBezTo>
                  <a:lnTo>
                    <a:pt x="17100" y="8774"/>
                  </a:lnTo>
                  <a:lnTo>
                    <a:pt x="15299" y="8774"/>
                  </a:lnTo>
                  <a:lnTo>
                    <a:pt x="15299" y="6076"/>
                  </a:lnTo>
                  <a:cubicBezTo>
                    <a:pt x="15299" y="4212"/>
                    <a:pt x="13285" y="2701"/>
                    <a:pt x="10800" y="2701"/>
                  </a:cubicBezTo>
                  <a:cubicBezTo>
                    <a:pt x="8314" y="2701"/>
                    <a:pt x="6299" y="4212"/>
                    <a:pt x="6299" y="6076"/>
                  </a:cubicBezTo>
                  <a:lnTo>
                    <a:pt x="6299" y="8774"/>
                  </a:lnTo>
                  <a:lnTo>
                    <a:pt x="4499" y="8774"/>
                  </a:lnTo>
                  <a:cubicBezTo>
                    <a:pt x="4499" y="8774"/>
                    <a:pt x="4499" y="6075"/>
                    <a:pt x="4499" y="6075"/>
                  </a:cubicBezTo>
                  <a:close/>
                  <a:moveTo>
                    <a:pt x="18899" y="8774"/>
                  </a:moveTo>
                  <a:lnTo>
                    <a:pt x="18899" y="6075"/>
                  </a:lnTo>
                  <a:cubicBezTo>
                    <a:pt x="18899" y="2719"/>
                    <a:pt x="15274" y="0"/>
                    <a:pt x="10800" y="0"/>
                  </a:cubicBezTo>
                  <a:cubicBezTo>
                    <a:pt x="6325" y="0"/>
                    <a:pt x="2699" y="2719"/>
                    <a:pt x="2699" y="6075"/>
                  </a:cubicBezTo>
                  <a:lnTo>
                    <a:pt x="2699" y="8774"/>
                  </a:lnTo>
                  <a:cubicBezTo>
                    <a:pt x="1208" y="8774"/>
                    <a:pt x="0" y="9681"/>
                    <a:pt x="0" y="10800"/>
                  </a:cubicBezTo>
                  <a:lnTo>
                    <a:pt x="0" y="12825"/>
                  </a:lnTo>
                  <a:lnTo>
                    <a:pt x="0" y="13500"/>
                  </a:lnTo>
                  <a:lnTo>
                    <a:pt x="0" y="14850"/>
                  </a:lnTo>
                  <a:lnTo>
                    <a:pt x="0" y="15525"/>
                  </a:lnTo>
                  <a:cubicBezTo>
                    <a:pt x="0" y="18880"/>
                    <a:pt x="3625" y="21599"/>
                    <a:pt x="8099" y="21599"/>
                  </a:cubicBezTo>
                  <a:lnTo>
                    <a:pt x="13499" y="21599"/>
                  </a:lnTo>
                  <a:cubicBezTo>
                    <a:pt x="17974" y="21599"/>
                    <a:pt x="21600" y="18880"/>
                    <a:pt x="21600" y="15525"/>
                  </a:cubicBezTo>
                  <a:lnTo>
                    <a:pt x="21600" y="14850"/>
                  </a:lnTo>
                  <a:lnTo>
                    <a:pt x="21600" y="13500"/>
                  </a:lnTo>
                  <a:lnTo>
                    <a:pt x="21600" y="12825"/>
                  </a:lnTo>
                  <a:lnTo>
                    <a:pt x="21600" y="10800"/>
                  </a:lnTo>
                  <a:cubicBezTo>
                    <a:pt x="21600" y="9681"/>
                    <a:pt x="20391" y="8774"/>
                    <a:pt x="18899" y="8774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4286" tIns="14286" rIns="14286" bIns="14286" anchor="ctr"/>
            <a:lstStyle/>
            <a:p>
              <a:pPr algn="just" defTabSz="171411" hangingPunct="0">
                <a:lnSpc>
                  <a:spcPct val="120000"/>
                </a:lnSpc>
              </a:pPr>
              <a:endParaRPr lang="en-US" sz="675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80" name="AutoShape 116"/>
            <p:cNvSpPr>
              <a:spLocks/>
            </p:cNvSpPr>
            <p:nvPr/>
          </p:nvSpPr>
          <p:spPr bwMode="auto">
            <a:xfrm>
              <a:off x="2784475" y="3786982"/>
              <a:ext cx="57944" cy="8731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0"/>
                  </a:moveTo>
                  <a:cubicBezTo>
                    <a:pt x="4838" y="0"/>
                    <a:pt x="0" y="3226"/>
                    <a:pt x="0" y="7201"/>
                  </a:cubicBezTo>
                  <a:cubicBezTo>
                    <a:pt x="0" y="9390"/>
                    <a:pt x="1798" y="13537"/>
                    <a:pt x="3601" y="16821"/>
                  </a:cubicBezTo>
                  <a:cubicBezTo>
                    <a:pt x="5070" y="19493"/>
                    <a:pt x="6916" y="21600"/>
                    <a:pt x="10800" y="21600"/>
                  </a:cubicBezTo>
                  <a:cubicBezTo>
                    <a:pt x="15016" y="21600"/>
                    <a:pt x="16529" y="19514"/>
                    <a:pt x="18003" y="16858"/>
                  </a:cubicBezTo>
                  <a:cubicBezTo>
                    <a:pt x="19828" y="13567"/>
                    <a:pt x="21600" y="9397"/>
                    <a:pt x="21600" y="7201"/>
                  </a:cubicBezTo>
                  <a:cubicBezTo>
                    <a:pt x="21600" y="3226"/>
                    <a:pt x="16761" y="0"/>
                    <a:pt x="1080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4286" tIns="14286" rIns="14286" bIns="14286" anchor="ctr"/>
            <a:lstStyle/>
            <a:p>
              <a:pPr algn="just" defTabSz="171411" hangingPunct="0">
                <a:lnSpc>
                  <a:spcPct val="120000"/>
                </a:lnSpc>
              </a:pPr>
              <a:endParaRPr lang="en-US" sz="675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81" name="TextBox 187"/>
          <p:cNvSpPr txBox="1"/>
          <p:nvPr/>
        </p:nvSpPr>
        <p:spPr>
          <a:xfrm>
            <a:off x="4894970" y="455133"/>
            <a:ext cx="2711609" cy="344944"/>
          </a:xfrm>
          <a:prstGeom prst="rect">
            <a:avLst/>
          </a:prstGeom>
          <a:noFill/>
        </p:spPr>
        <p:txBody>
          <a:bodyPr wrap="square" lIns="68559" tIns="34279" rIns="68559" bIns="34279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tr-TR" altLang="zh-CN" sz="1600" b="1">
                <a:solidFill>
                  <a:schemeClr val="tx1">
                    <a:lumMod val="65000"/>
                    <a:lumOff val="35000"/>
                  </a:schemeClr>
                </a:solidFill>
                <a:ea typeface="微软雅黑"/>
                <a:cs typeface="+mn-ea"/>
                <a:sym typeface="Arial" panose="020B0604020202020204" pitchFamily="34" charset="0"/>
              </a:rPr>
              <a:t>Pourquoi </a:t>
            </a:r>
            <a:endParaRPr lang="id-ID" sz="1600" b="1" dirty="0">
              <a:solidFill>
                <a:schemeClr val="tx1">
                  <a:lumMod val="65000"/>
                  <a:lumOff val="35000"/>
                </a:schemeClr>
              </a:solidFill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2" name="Rectangle 191"/>
          <p:cNvSpPr/>
          <p:nvPr/>
        </p:nvSpPr>
        <p:spPr>
          <a:xfrm>
            <a:off x="5135718" y="4321731"/>
            <a:ext cx="3034715" cy="245886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20000"/>
              </a:lnSpc>
            </a:pPr>
            <a:endParaRPr lang="en-US" sz="675" dirty="0"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3" name="Rectangle 192"/>
          <p:cNvSpPr/>
          <p:nvPr/>
        </p:nvSpPr>
        <p:spPr>
          <a:xfrm>
            <a:off x="5135718" y="4321731"/>
            <a:ext cx="2817703" cy="24588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just">
              <a:lnSpc>
                <a:spcPct val="120000"/>
              </a:lnSpc>
            </a:pPr>
            <a:endParaRPr lang="en-US" sz="675" dirty="0"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84" name="Content Placeholder 2"/>
          <p:cNvSpPr txBox="1">
            <a:spLocks/>
          </p:cNvSpPr>
          <p:nvPr/>
        </p:nvSpPr>
        <p:spPr>
          <a:xfrm>
            <a:off x="5238344" y="4336260"/>
            <a:ext cx="537609" cy="276217"/>
          </a:xfrm>
          <a:prstGeom prst="rect">
            <a:avLst/>
          </a:prstGeom>
          <a:noFill/>
        </p:spPr>
        <p:txBody>
          <a:bodyPr vert="horz" wrap="square" lIns="91430" tIns="45714" rIns="91430" bIns="45714" rtlCol="0">
            <a:sp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4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2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110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1050" kern="1200">
                <a:solidFill>
                  <a:schemeClr val="bg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20000"/>
              </a:lnSpc>
              <a:buNone/>
            </a:pPr>
            <a:r>
              <a:rPr lang="en-US" sz="996">
                <a:solidFill>
                  <a:schemeClr val="bg1"/>
                </a:solidFill>
                <a:ea typeface="微软雅黑" panose="020B0503020204020204" pitchFamily="34" charset="-122"/>
                <a:cs typeface="+mn-ea"/>
                <a:sym typeface="Arial" panose="020B0604020202020204" pitchFamily="34" charset="0"/>
              </a:rPr>
              <a:t>90%</a:t>
            </a:r>
            <a:endParaRPr lang="en-US" sz="996" dirty="0">
              <a:solidFill>
                <a:schemeClr val="bg1"/>
              </a:solidFill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85" name="Group 194"/>
          <p:cNvGrpSpPr/>
          <p:nvPr/>
        </p:nvGrpSpPr>
        <p:grpSpPr>
          <a:xfrm>
            <a:off x="4786768" y="4332573"/>
            <a:ext cx="222797" cy="237839"/>
            <a:chOff x="9159875" y="1647825"/>
            <a:chExt cx="434975" cy="464344"/>
          </a:xfrm>
          <a:solidFill>
            <a:schemeClr val="tx2">
              <a:lumMod val="60000"/>
              <a:lumOff val="40000"/>
            </a:schemeClr>
          </a:solidFill>
        </p:grpSpPr>
        <p:sp>
          <p:nvSpPr>
            <p:cNvPr id="86" name="AutoShape 78"/>
            <p:cNvSpPr>
              <a:spLocks/>
            </p:cNvSpPr>
            <p:nvPr/>
          </p:nvSpPr>
          <p:spPr bwMode="auto">
            <a:xfrm>
              <a:off x="9159875" y="1647825"/>
              <a:ext cx="434975" cy="464344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20160" y="18900"/>
                  </a:moveTo>
                  <a:cubicBezTo>
                    <a:pt x="20160" y="19643"/>
                    <a:pt x="19513" y="20249"/>
                    <a:pt x="18720" y="20249"/>
                  </a:cubicBezTo>
                  <a:lnTo>
                    <a:pt x="2880" y="20249"/>
                  </a:lnTo>
                  <a:cubicBezTo>
                    <a:pt x="2086" y="20249"/>
                    <a:pt x="1440" y="19643"/>
                    <a:pt x="1440" y="18900"/>
                  </a:cubicBezTo>
                  <a:lnTo>
                    <a:pt x="1440" y="2700"/>
                  </a:lnTo>
                  <a:cubicBezTo>
                    <a:pt x="1440" y="1955"/>
                    <a:pt x="2086" y="1350"/>
                    <a:pt x="2880" y="1350"/>
                  </a:cubicBezTo>
                  <a:lnTo>
                    <a:pt x="18720" y="1350"/>
                  </a:lnTo>
                  <a:cubicBezTo>
                    <a:pt x="19513" y="1350"/>
                    <a:pt x="20160" y="1955"/>
                    <a:pt x="20160" y="2700"/>
                  </a:cubicBezTo>
                  <a:cubicBezTo>
                    <a:pt x="20160" y="2700"/>
                    <a:pt x="20160" y="18900"/>
                    <a:pt x="20160" y="18900"/>
                  </a:cubicBezTo>
                  <a:close/>
                  <a:moveTo>
                    <a:pt x="18720" y="0"/>
                  </a:moveTo>
                  <a:lnTo>
                    <a:pt x="2880" y="0"/>
                  </a:lnTo>
                  <a:cubicBezTo>
                    <a:pt x="1289" y="0"/>
                    <a:pt x="0" y="1208"/>
                    <a:pt x="0" y="2700"/>
                  </a:cubicBezTo>
                  <a:lnTo>
                    <a:pt x="0" y="18900"/>
                  </a:lnTo>
                  <a:cubicBezTo>
                    <a:pt x="0" y="20391"/>
                    <a:pt x="1289" y="21599"/>
                    <a:pt x="2880" y="21599"/>
                  </a:cubicBezTo>
                  <a:lnTo>
                    <a:pt x="18720" y="21599"/>
                  </a:lnTo>
                  <a:cubicBezTo>
                    <a:pt x="20310" y="21599"/>
                    <a:pt x="21599" y="20391"/>
                    <a:pt x="21599" y="18900"/>
                  </a:cubicBezTo>
                  <a:lnTo>
                    <a:pt x="21599" y="2700"/>
                  </a:lnTo>
                  <a:cubicBezTo>
                    <a:pt x="21599" y="1208"/>
                    <a:pt x="20310" y="0"/>
                    <a:pt x="18720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4286" tIns="14286" rIns="14286" bIns="14286" anchor="ctr"/>
            <a:lstStyle/>
            <a:p>
              <a:pPr algn="just" defTabSz="171411" hangingPunct="0">
                <a:lnSpc>
                  <a:spcPct val="120000"/>
                </a:lnSpc>
              </a:pPr>
              <a:endParaRPr lang="en-US" sz="675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87" name="AutoShape 79"/>
            <p:cNvSpPr>
              <a:spLocks/>
            </p:cNvSpPr>
            <p:nvPr/>
          </p:nvSpPr>
          <p:spPr bwMode="auto">
            <a:xfrm>
              <a:off x="9217819" y="1705769"/>
              <a:ext cx="319088" cy="29051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7418" y="20519"/>
                  </a:moveTo>
                  <a:lnTo>
                    <a:pt x="14053" y="16248"/>
                  </a:lnTo>
                  <a:lnTo>
                    <a:pt x="16690" y="12959"/>
                  </a:lnTo>
                  <a:lnTo>
                    <a:pt x="20618" y="17689"/>
                  </a:lnTo>
                  <a:lnTo>
                    <a:pt x="20618" y="20519"/>
                  </a:lnTo>
                  <a:cubicBezTo>
                    <a:pt x="20618" y="20519"/>
                    <a:pt x="17418" y="20519"/>
                    <a:pt x="17418" y="20519"/>
                  </a:cubicBezTo>
                  <a:close/>
                  <a:moveTo>
                    <a:pt x="981" y="11446"/>
                  </a:moveTo>
                  <a:lnTo>
                    <a:pt x="4909" y="6479"/>
                  </a:lnTo>
                  <a:lnTo>
                    <a:pt x="12828" y="16353"/>
                  </a:lnTo>
                  <a:lnTo>
                    <a:pt x="13398" y="17064"/>
                  </a:lnTo>
                  <a:lnTo>
                    <a:pt x="16109" y="20519"/>
                  </a:lnTo>
                  <a:lnTo>
                    <a:pt x="981" y="20519"/>
                  </a:lnTo>
                  <a:cubicBezTo>
                    <a:pt x="981" y="20519"/>
                    <a:pt x="981" y="11446"/>
                    <a:pt x="981" y="11446"/>
                  </a:cubicBezTo>
                  <a:close/>
                  <a:moveTo>
                    <a:pt x="20618" y="1080"/>
                  </a:moveTo>
                  <a:lnTo>
                    <a:pt x="20618" y="16058"/>
                  </a:lnTo>
                  <a:lnTo>
                    <a:pt x="17427" y="12244"/>
                  </a:lnTo>
                  <a:cubicBezTo>
                    <a:pt x="17240" y="12012"/>
                    <a:pt x="16972" y="11879"/>
                    <a:pt x="16690" y="11879"/>
                  </a:cubicBezTo>
                  <a:cubicBezTo>
                    <a:pt x="16409" y="11879"/>
                    <a:pt x="16141" y="12012"/>
                    <a:pt x="15954" y="12244"/>
                  </a:cubicBezTo>
                  <a:lnTo>
                    <a:pt x="13399" y="15432"/>
                  </a:lnTo>
                  <a:lnTo>
                    <a:pt x="5645" y="5764"/>
                  </a:lnTo>
                  <a:cubicBezTo>
                    <a:pt x="5458" y="5532"/>
                    <a:pt x="5190" y="5400"/>
                    <a:pt x="4909" y="5400"/>
                  </a:cubicBezTo>
                  <a:cubicBezTo>
                    <a:pt x="4627" y="5400"/>
                    <a:pt x="4359" y="5532"/>
                    <a:pt x="4172" y="5764"/>
                  </a:cubicBezTo>
                  <a:lnTo>
                    <a:pt x="981" y="9812"/>
                  </a:lnTo>
                  <a:lnTo>
                    <a:pt x="981" y="1080"/>
                  </a:lnTo>
                  <a:cubicBezTo>
                    <a:pt x="981" y="1080"/>
                    <a:pt x="20618" y="1080"/>
                    <a:pt x="20618" y="1080"/>
                  </a:cubicBezTo>
                  <a:close/>
                  <a:moveTo>
                    <a:pt x="20618" y="0"/>
                  </a:moveTo>
                  <a:lnTo>
                    <a:pt x="981" y="0"/>
                  </a:lnTo>
                  <a:cubicBezTo>
                    <a:pt x="439" y="0"/>
                    <a:pt x="0" y="483"/>
                    <a:pt x="0" y="1080"/>
                  </a:cubicBezTo>
                  <a:lnTo>
                    <a:pt x="0" y="20519"/>
                  </a:lnTo>
                  <a:cubicBezTo>
                    <a:pt x="0" y="21116"/>
                    <a:pt x="439" y="21599"/>
                    <a:pt x="981" y="21599"/>
                  </a:cubicBezTo>
                  <a:lnTo>
                    <a:pt x="20618" y="21599"/>
                  </a:lnTo>
                  <a:cubicBezTo>
                    <a:pt x="21160" y="21599"/>
                    <a:pt x="21600" y="21116"/>
                    <a:pt x="21600" y="20519"/>
                  </a:cubicBezTo>
                  <a:lnTo>
                    <a:pt x="21600" y="1080"/>
                  </a:lnTo>
                  <a:cubicBezTo>
                    <a:pt x="21600" y="483"/>
                    <a:pt x="21160" y="0"/>
                    <a:pt x="20618" y="0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4286" tIns="14286" rIns="14286" bIns="14286" anchor="ctr"/>
            <a:lstStyle/>
            <a:p>
              <a:pPr algn="just" defTabSz="171411" hangingPunct="0">
                <a:lnSpc>
                  <a:spcPct val="120000"/>
                </a:lnSpc>
              </a:pPr>
              <a:endParaRPr lang="en-US" sz="675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88" name="AutoShape 80"/>
            <p:cNvSpPr>
              <a:spLocks/>
            </p:cNvSpPr>
            <p:nvPr/>
          </p:nvSpPr>
          <p:spPr bwMode="auto">
            <a:xfrm>
              <a:off x="9391650" y="1749425"/>
              <a:ext cx="87313" cy="87313"/>
            </a:xfrm>
            <a:custGeom>
              <a:avLst/>
              <a:gdLst>
                <a:gd name="T0" fmla="*/ 10800 w 21600"/>
                <a:gd name="T1" fmla="*/ 10800 h 21600"/>
                <a:gd name="T2" fmla="*/ 10800 w 21600"/>
                <a:gd name="T3" fmla="*/ 10800 h 21600"/>
                <a:gd name="T4" fmla="*/ 10800 w 21600"/>
                <a:gd name="T5" fmla="*/ 10800 h 21600"/>
                <a:gd name="T6" fmla="*/ 10800 w 21600"/>
                <a:gd name="T7" fmla="*/ 108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600" h="21600">
                  <a:moveTo>
                    <a:pt x="10800" y="3600"/>
                  </a:moveTo>
                  <a:cubicBezTo>
                    <a:pt x="14769" y="3600"/>
                    <a:pt x="17999" y="6827"/>
                    <a:pt x="17999" y="10800"/>
                  </a:cubicBezTo>
                  <a:cubicBezTo>
                    <a:pt x="17999" y="14769"/>
                    <a:pt x="14769" y="18000"/>
                    <a:pt x="10800" y="18000"/>
                  </a:cubicBezTo>
                  <a:cubicBezTo>
                    <a:pt x="6830" y="18000"/>
                    <a:pt x="3600" y="14769"/>
                    <a:pt x="3600" y="10800"/>
                  </a:cubicBezTo>
                  <a:cubicBezTo>
                    <a:pt x="3600" y="6827"/>
                    <a:pt x="6830" y="3600"/>
                    <a:pt x="10800" y="3600"/>
                  </a:cubicBezTo>
                  <a:moveTo>
                    <a:pt x="10800" y="21599"/>
                  </a:moveTo>
                  <a:cubicBezTo>
                    <a:pt x="16766" y="21599"/>
                    <a:pt x="21600" y="16762"/>
                    <a:pt x="21600" y="10800"/>
                  </a:cubicBezTo>
                  <a:cubicBezTo>
                    <a:pt x="21600" y="4833"/>
                    <a:pt x="16766" y="0"/>
                    <a:pt x="10800" y="0"/>
                  </a:cubicBezTo>
                  <a:cubicBezTo>
                    <a:pt x="4833" y="0"/>
                    <a:pt x="0" y="4833"/>
                    <a:pt x="0" y="10800"/>
                  </a:cubicBezTo>
                  <a:cubicBezTo>
                    <a:pt x="0" y="16762"/>
                    <a:pt x="4833" y="21599"/>
                    <a:pt x="10800" y="21599"/>
                  </a:cubicBezTo>
                </a:path>
              </a:pathLst>
            </a:custGeom>
            <a:grpFill/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2700" cap="flat" cmpd="sng">
                  <a:solidFill>
                    <a:srgbClr val="000000"/>
                  </a:solidFill>
                  <a:prstDash val="solid"/>
                  <a:miter lim="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rgbClr val="000000">
                        <a:alpha val="74998"/>
                      </a:srgbClr>
                    </a:outerShdw>
                  </a:effectLst>
                </a14:hiddenEffects>
              </a:ext>
            </a:extLst>
          </p:spPr>
          <p:txBody>
            <a:bodyPr lIns="14286" tIns="14286" rIns="14286" bIns="14286" anchor="ctr"/>
            <a:lstStyle/>
            <a:p>
              <a:pPr algn="just" defTabSz="171411" hangingPunct="0">
                <a:lnSpc>
                  <a:spcPct val="120000"/>
                </a:lnSpc>
              </a:pPr>
              <a:endParaRPr lang="en-US" sz="675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微软雅黑" panose="020B0503020204020204" pitchFamily="34" charset="-122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89" name="TextBox 198"/>
          <p:cNvSpPr txBox="1"/>
          <p:nvPr/>
        </p:nvSpPr>
        <p:spPr>
          <a:xfrm>
            <a:off x="4894207" y="740776"/>
            <a:ext cx="3521234" cy="719277"/>
          </a:xfrm>
          <a:prstGeom prst="rect">
            <a:avLst/>
          </a:prstGeom>
          <a:noFill/>
        </p:spPr>
        <p:txBody>
          <a:bodyPr wrap="square" lIns="68559" tIns="34279" rIns="68559" bIns="34279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1200">
                <a:solidFill>
                  <a:schemeClr val="tx1">
                    <a:lumMod val="65000"/>
                    <a:lumOff val="35000"/>
                  </a:schemeClr>
                </a:solidFill>
                <a:ea typeface="微软雅黑"/>
                <a:cs typeface="+mn-ea"/>
                <a:sym typeface="Arial" panose="020B0604020202020204" pitchFamily="34" charset="0"/>
              </a:rPr>
              <a:t>Cloud run</a:t>
            </a:r>
          </a:p>
          <a:p>
            <a:pPr>
              <a:lnSpc>
                <a:spcPct val="120000"/>
              </a:lnSpc>
            </a:pP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ea typeface="微软雅黑"/>
                <a:cs typeface="+mn-ea"/>
              </a:rPr>
              <a:t>Supabase</a:t>
            </a:r>
            <a:endParaRPr lang="en-US" altLang="zh-CN" sz="1200">
              <a:solidFill>
                <a:schemeClr val="tx1">
                  <a:lumMod val="65000"/>
                  <a:lumOff val="35000"/>
                </a:schemeClr>
              </a:solidFill>
              <a:ea typeface="微软雅黑"/>
              <a:cs typeface="+mn-ea"/>
            </a:endParaRPr>
          </a:p>
          <a:p>
            <a:pPr>
              <a:lnSpc>
                <a:spcPct val="120000"/>
              </a:lnSpc>
            </a:pPr>
            <a:r>
              <a:rPr lang="en-US" altLang="zh-CN" sz="120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/>
                <a:cs typeface="+mn-ea"/>
              </a:rPr>
              <a:t>Compte </a:t>
            </a:r>
            <a:r>
              <a:rPr lang="en-US" altLang="zh-CN" sz="1200" dirty="0" err="1">
                <a:solidFill>
                  <a:schemeClr val="tx1">
                    <a:lumMod val="65000"/>
                    <a:lumOff val="35000"/>
                  </a:schemeClr>
                </a:solidFill>
                <a:ea typeface="微软雅黑"/>
                <a:cs typeface="+mn-ea"/>
              </a:rPr>
              <a:t>gratuit</a:t>
            </a:r>
            <a:endParaRPr lang="en-US" altLang="zh-CN" sz="1200" dirty="0" err="1">
              <a:solidFill>
                <a:schemeClr val="tx1">
                  <a:lumMod val="65000"/>
                  <a:lumOff val="35000"/>
                </a:schemeClr>
              </a:solidFill>
              <a:ea typeface="微软雅黑" panose="020B0503020204020204" pitchFamily="34" charset="-122"/>
              <a:cs typeface="+mn-ea"/>
            </a:endParaRPr>
          </a:p>
        </p:txBody>
      </p:sp>
      <p:grpSp>
        <p:nvGrpSpPr>
          <p:cNvPr id="90" name="组合 3"/>
          <p:cNvGrpSpPr/>
          <p:nvPr/>
        </p:nvGrpSpPr>
        <p:grpSpPr>
          <a:xfrm>
            <a:off x="293117" y="196803"/>
            <a:ext cx="1965232" cy="461665"/>
            <a:chOff x="585861" y="258195"/>
            <a:chExt cx="2620306" cy="615553"/>
          </a:xfrm>
        </p:grpSpPr>
        <p:sp>
          <p:nvSpPr>
            <p:cNvPr id="91" name="文本框 23"/>
            <p:cNvSpPr txBox="1"/>
            <p:nvPr/>
          </p:nvSpPr>
          <p:spPr>
            <a:xfrm>
              <a:off x="738315" y="258195"/>
              <a:ext cx="2467852" cy="615553"/>
            </a:xfrm>
            <a:prstGeom prst="rect">
              <a:avLst/>
            </a:prstGeom>
            <a:noFill/>
          </p:spPr>
          <p:txBody>
            <a:bodyPr wrap="none" lIns="91440" tIns="45720" rIns="91440" bIns="45720" rtlCol="0" anchor="t">
              <a:spAutoFit/>
            </a:bodyPr>
            <a:lstStyle/>
            <a:p>
              <a:r>
                <a:rPr lang="tr-TR" altLang="zh-CN" sz="2400" b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微软雅黑"/>
                </a:rPr>
                <a:t>Optimisation</a:t>
              </a:r>
              <a:endPara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</a:endParaRPr>
            </a:p>
          </p:txBody>
        </p:sp>
        <p:sp>
          <p:nvSpPr>
            <p:cNvPr id="92" name="等腰三角形 5"/>
            <p:cNvSpPr/>
            <p:nvPr/>
          </p:nvSpPr>
          <p:spPr>
            <a:xfrm rot="16200000" flipH="1" flipV="1">
              <a:off x="509927" y="489745"/>
              <a:ext cx="304323" cy="152455"/>
            </a:xfrm>
            <a:prstGeom prst="triangle">
              <a:avLst/>
            </a:prstGeom>
            <a:solidFill>
              <a:srgbClr val="00B0F0"/>
            </a:solidFill>
            <a:ln w="285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080808"/>
                </a:solidFill>
                <a:ea typeface="微软雅黑" panose="020B0503020204020204" pitchFamily="34" charset="-122"/>
              </a:endParaRPr>
            </a:p>
          </p:txBody>
        </p:sp>
      </p:grpSp>
      <p:sp>
        <p:nvSpPr>
          <p:cNvPr id="3" name="TextBox 187">
            <a:extLst>
              <a:ext uri="{FF2B5EF4-FFF2-40B4-BE49-F238E27FC236}">
                <a16:creationId xmlns:a16="http://schemas.microsoft.com/office/drawing/2014/main" id="{3B17B9ED-EE51-14D6-79F1-B0F3DE24D447}"/>
              </a:ext>
            </a:extLst>
          </p:cNvPr>
          <p:cNvSpPr txBox="1"/>
          <p:nvPr/>
        </p:nvSpPr>
        <p:spPr>
          <a:xfrm>
            <a:off x="4884085" y="1579083"/>
            <a:ext cx="2711609" cy="344944"/>
          </a:xfrm>
          <a:prstGeom prst="rect">
            <a:avLst/>
          </a:prstGeom>
          <a:noFill/>
        </p:spPr>
        <p:txBody>
          <a:bodyPr wrap="square" lIns="68559" tIns="34279" rIns="68559" bIns="34279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tr-TR" altLang="zh-CN" sz="1600" b="1">
                <a:solidFill>
                  <a:schemeClr val="tx1">
                    <a:lumMod val="65000"/>
                    <a:lumOff val="35000"/>
                  </a:schemeClr>
                </a:solidFill>
                <a:ea typeface="微软雅黑"/>
                <a:cs typeface="+mn-ea"/>
                <a:sym typeface="Arial" panose="020B0604020202020204" pitchFamily="34" charset="0"/>
              </a:rPr>
              <a:t>Comment</a:t>
            </a:r>
            <a:endParaRPr lang="id-ID" sz="1600" b="1" dirty="0">
              <a:solidFill>
                <a:schemeClr val="tx1">
                  <a:lumMod val="65000"/>
                  <a:lumOff val="35000"/>
                </a:schemeClr>
              </a:solidFill>
              <a:ea typeface="微软雅黑" panose="020B0503020204020204" pitchFamily="3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6300375-B614-6F72-AB1F-F1986D8A362E}"/>
              </a:ext>
            </a:extLst>
          </p:cNvPr>
          <p:cNvSpPr txBox="1"/>
          <p:nvPr/>
        </p:nvSpPr>
        <p:spPr>
          <a:xfrm>
            <a:off x="4882243" y="1902279"/>
            <a:ext cx="4572000" cy="10387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solidFill>
                  <a:srgbClr val="595959"/>
                </a:solidFill>
                <a:latin typeface="Calibri"/>
              </a:rPr>
              <a:t>ONNX </a:t>
            </a:r>
            <a:r>
              <a:rPr lang="en-US" sz="1200" dirty="0" err="1">
                <a:solidFill>
                  <a:srgbClr val="595959"/>
                </a:solidFill>
                <a:latin typeface="Calibri"/>
              </a:rPr>
              <a:t>optimisation</a:t>
            </a:r>
            <a:endParaRPr lang="en-US" sz="1200" dirty="0" err="1">
              <a:solidFill>
                <a:srgbClr val="595959"/>
              </a:solidFill>
              <a:ea typeface="Calibri"/>
              <a:cs typeface="Calibri"/>
            </a:endParaRPr>
          </a:p>
          <a:p>
            <a:r>
              <a:rPr lang="en-US" sz="1200" dirty="0">
                <a:solidFill>
                  <a:srgbClr val="595959"/>
                </a:solidFill>
                <a:ea typeface="Calibri"/>
                <a:cs typeface="Calibri"/>
              </a:rPr>
              <a:t>Split </a:t>
            </a:r>
            <a:r>
              <a:rPr lang="en-US" sz="1200" dirty="0" err="1">
                <a:solidFill>
                  <a:srgbClr val="595959"/>
                </a:solidFill>
                <a:ea typeface="Calibri"/>
                <a:cs typeface="Calibri"/>
              </a:rPr>
              <a:t>infrastruture</a:t>
            </a:r>
          </a:p>
          <a:p>
            <a:r>
              <a:rPr lang="en-US" sz="1200" dirty="0">
                <a:solidFill>
                  <a:srgbClr val="595959"/>
                </a:solidFill>
                <a:ea typeface="Calibri"/>
                <a:cs typeface="Calibri"/>
              </a:rPr>
              <a:t>Split</a:t>
            </a:r>
            <a:r>
              <a:rPr lang="en-US" sz="1200">
                <a:solidFill>
                  <a:srgbClr val="595959"/>
                </a:solidFill>
                <a:ea typeface="Calibri"/>
                <a:cs typeface="Calibri"/>
              </a:rPr>
              <a:t> jeu de test</a:t>
            </a:r>
          </a:p>
          <a:p>
            <a:r>
              <a:rPr lang="en-US" sz="1200" dirty="0">
                <a:solidFill>
                  <a:srgbClr val="595959"/>
                </a:solidFill>
                <a:ea typeface="Calibri"/>
                <a:cs typeface="Calibri"/>
              </a:rPr>
              <a:t>Split </a:t>
            </a:r>
            <a:r>
              <a:rPr lang="en-US" sz="1200" dirty="0" err="1">
                <a:solidFill>
                  <a:srgbClr val="595959"/>
                </a:solidFill>
                <a:ea typeface="Calibri"/>
                <a:cs typeface="Calibri"/>
              </a:rPr>
              <a:t>hébergement</a:t>
            </a:r>
            <a:r>
              <a:rPr lang="en-US" sz="1200" dirty="0">
                <a:solidFill>
                  <a:srgbClr val="595959"/>
                </a:solidFill>
                <a:ea typeface="Calibri" panose="020F0502020204030204"/>
                <a:cs typeface="Calibri" panose="020F0502020204030204"/>
              </a:rPr>
              <a:t> des données</a:t>
            </a:r>
          </a:p>
          <a:p>
            <a:pPr algn="ctr"/>
            <a:endParaRPr lang="fr-FR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983176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prism isInverted="1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50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2000"/>
                            </p:stCondLst>
                            <p:childTnLst>
                              <p:par>
                                <p:cTn id="1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4000"/>
                            </p:stCondLst>
                            <p:childTnLst>
                              <p:par>
                                <p:cTn id="3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45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500"/>
                            </p:stCondLst>
                            <p:childTnLst>
                              <p:par>
                                <p:cTn id="5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6000"/>
                            </p:stCondLst>
                            <p:childTnLst>
                              <p:par>
                                <p:cTn id="5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6500"/>
                            </p:stCondLst>
                            <p:childTnLst>
                              <p:par>
                                <p:cTn id="6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7000"/>
                            </p:stCondLst>
                            <p:childTnLst>
                              <p:par>
                                <p:cTn id="6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7500"/>
                            </p:stCondLst>
                            <p:childTnLst>
                              <p:par>
                                <p:cTn id="7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8000"/>
                            </p:stCondLst>
                            <p:childTnLst>
                              <p:par>
                                <p:cTn id="7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85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90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>
                            <p:stCondLst>
                              <p:cond delay="9500"/>
                            </p:stCondLst>
                            <p:childTnLst>
                              <p:par>
                                <p:cTn id="9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0000"/>
                            </p:stCondLst>
                            <p:childTnLst>
                              <p:par>
                                <p:cTn id="99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0500"/>
                            </p:stCondLst>
                            <p:childTnLst>
                              <p:par>
                                <p:cTn id="10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1000"/>
                            </p:stCondLst>
                            <p:childTnLst>
                              <p:par>
                                <p:cTn id="10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1500"/>
                            </p:stCondLst>
                            <p:childTnLst>
                              <p:par>
                                <p:cTn id="1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2000"/>
                            </p:stCondLst>
                            <p:childTnLst>
                              <p:par>
                                <p:cTn id="1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52" grpId="0" animBg="1"/>
      <p:bldP spid="53" grpId="0"/>
      <p:bldP spid="54" grpId="0" animBg="1"/>
      <p:bldP spid="55" grpId="0" animBg="1"/>
      <p:bldP spid="56" grpId="0"/>
      <p:bldP spid="57" grpId="0" animBg="1"/>
      <p:bldP spid="58" grpId="0" animBg="1"/>
      <p:bldP spid="59" grpId="0"/>
      <p:bldP spid="60" grpId="0" animBg="1"/>
      <p:bldP spid="61" grpId="0" animBg="1"/>
      <p:bldP spid="62" grpId="0"/>
      <p:bldP spid="81" grpId="0"/>
      <p:bldP spid="82" grpId="0" animBg="1"/>
      <p:bldP spid="83" grpId="0" animBg="1"/>
      <p:bldP spid="84" grpId="0"/>
      <p:bldP spid="89" grpId="0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006BA1-4163-1BE3-3D41-A42FBEC46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组合 3">
            <a:extLst>
              <a:ext uri="{FF2B5EF4-FFF2-40B4-BE49-F238E27FC236}">
                <a16:creationId xmlns:a16="http://schemas.microsoft.com/office/drawing/2014/main" id="{DE5AD37C-F02D-D439-C11C-EA6944DB4DF3}"/>
              </a:ext>
            </a:extLst>
          </p:cNvPr>
          <p:cNvGrpSpPr/>
          <p:nvPr/>
        </p:nvGrpSpPr>
        <p:grpSpPr>
          <a:xfrm>
            <a:off x="293117" y="196803"/>
            <a:ext cx="1965232" cy="461665"/>
            <a:chOff x="585861" y="258195"/>
            <a:chExt cx="2620306" cy="615553"/>
          </a:xfrm>
        </p:grpSpPr>
        <p:sp>
          <p:nvSpPr>
            <p:cNvPr id="91" name="文本框 23">
              <a:extLst>
                <a:ext uri="{FF2B5EF4-FFF2-40B4-BE49-F238E27FC236}">
                  <a16:creationId xmlns:a16="http://schemas.microsoft.com/office/drawing/2014/main" id="{81DCD4AE-CCCD-1F37-E41B-E05CA4254854}"/>
                </a:ext>
              </a:extLst>
            </p:cNvPr>
            <p:cNvSpPr txBox="1"/>
            <p:nvPr/>
          </p:nvSpPr>
          <p:spPr>
            <a:xfrm>
              <a:off x="738315" y="258195"/>
              <a:ext cx="2467852" cy="615553"/>
            </a:xfrm>
            <a:prstGeom prst="rect">
              <a:avLst/>
            </a:prstGeom>
            <a:noFill/>
          </p:spPr>
          <p:txBody>
            <a:bodyPr wrap="none" lIns="91440" tIns="45720" rIns="91440" bIns="45720" rtlCol="0" anchor="t">
              <a:spAutoFit/>
            </a:bodyPr>
            <a:lstStyle/>
            <a:p>
              <a:r>
                <a:rPr lang="tr-TR" altLang="zh-CN" sz="2400" b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微软雅黑"/>
                </a:rPr>
                <a:t>Optimisation</a:t>
              </a:r>
              <a:endParaRPr lang="zh-CN" altLang="en-US" sz="2400" b="1" dirty="0">
                <a:solidFill>
                  <a:schemeClr val="tx1">
                    <a:lumMod val="75000"/>
                    <a:lumOff val="2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微软雅黑" panose="020B0503020204020204" pitchFamily="34" charset="-122"/>
              </a:endParaRPr>
            </a:p>
          </p:txBody>
        </p:sp>
        <p:sp>
          <p:nvSpPr>
            <p:cNvPr id="92" name="等腰三角形 5">
              <a:extLst>
                <a:ext uri="{FF2B5EF4-FFF2-40B4-BE49-F238E27FC236}">
                  <a16:creationId xmlns:a16="http://schemas.microsoft.com/office/drawing/2014/main" id="{37F6B78E-01D3-6F93-3EF8-45AB19FB61E9}"/>
                </a:ext>
              </a:extLst>
            </p:cNvPr>
            <p:cNvSpPr/>
            <p:nvPr/>
          </p:nvSpPr>
          <p:spPr>
            <a:xfrm rot="16200000" flipH="1" flipV="1">
              <a:off x="509927" y="489745"/>
              <a:ext cx="304323" cy="152455"/>
            </a:xfrm>
            <a:prstGeom prst="triangle">
              <a:avLst/>
            </a:prstGeom>
            <a:solidFill>
              <a:srgbClr val="00B0F0"/>
            </a:solidFill>
            <a:ln w="285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080808"/>
                </a:solidFill>
                <a:ea typeface="微软雅黑" panose="020B0503020204020204" pitchFamily="34" charset="-122"/>
              </a:endParaRPr>
            </a:p>
          </p:txBody>
        </p:sp>
      </p:grpSp>
      <p:sp>
        <p:nvSpPr>
          <p:cNvPr id="5" name="ZoneTexte 4">
            <a:extLst>
              <a:ext uri="{FF2B5EF4-FFF2-40B4-BE49-F238E27FC236}">
                <a16:creationId xmlns:a16="http://schemas.microsoft.com/office/drawing/2014/main" id="{3099D795-F45C-5EF2-F69E-40D74D32AF8B}"/>
              </a:ext>
            </a:extLst>
          </p:cNvPr>
          <p:cNvSpPr txBox="1"/>
          <p:nvPr/>
        </p:nvSpPr>
        <p:spPr>
          <a:xfrm>
            <a:off x="587829" y="906236"/>
            <a:ext cx="1306287" cy="10387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i="0" u="sng" strike="noStrike" baseline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Cloud run</a:t>
            </a:r>
            <a:endParaRPr lang="fr-FR">
              <a:ea typeface="Calibri" panose="020F0502020204030204"/>
              <a:cs typeface="Calibri" panose="020F0502020204030204"/>
            </a:endParaRPr>
          </a:p>
          <a:p>
            <a:r>
              <a:rPr lang="en-US" sz="1200">
                <a:solidFill>
                  <a:srgbClr val="595959"/>
                </a:solidFill>
                <a:ea typeface="Calibri"/>
                <a:cs typeface="Calibri"/>
              </a:rPr>
              <a:t>Ram 512Mo</a:t>
            </a:r>
            <a:endParaRPr lang="en-US" sz="1200" dirty="0">
              <a:solidFill>
                <a:srgbClr val="595959"/>
              </a:solidFill>
              <a:ea typeface="Calibri"/>
              <a:cs typeface="Calibri"/>
            </a:endParaRPr>
          </a:p>
          <a:p>
            <a:r>
              <a:rPr lang="en-US" sz="1200" dirty="0">
                <a:solidFill>
                  <a:srgbClr val="595959"/>
                </a:solidFill>
                <a:ea typeface="Calibri"/>
                <a:cs typeface="Calibri"/>
              </a:rPr>
              <a:t>1 </a:t>
            </a:r>
            <a:r>
              <a:rPr lang="en-US" sz="1200">
                <a:solidFill>
                  <a:srgbClr val="595959"/>
                </a:solidFill>
                <a:ea typeface="Calibri"/>
                <a:cs typeface="Calibri"/>
              </a:rPr>
              <a:t>CPU</a:t>
            </a:r>
            <a:endParaRPr lang="en-US" sz="1200" dirty="0">
              <a:solidFill>
                <a:srgbClr val="595959"/>
              </a:solidFill>
              <a:ea typeface="Calibri"/>
              <a:cs typeface="Calibri"/>
            </a:endParaRPr>
          </a:p>
          <a:p>
            <a:r>
              <a:rPr lang="en-US" sz="1200">
                <a:solidFill>
                  <a:srgbClr val="595959"/>
                </a:solidFill>
                <a:ea typeface="Calibri"/>
                <a:cs typeface="Calibri"/>
              </a:rPr>
              <a:t>Limited Request</a:t>
            </a:r>
            <a:endParaRPr lang="en-US" sz="1200" dirty="0">
              <a:solidFill>
                <a:srgbClr val="595959"/>
              </a:solidFill>
              <a:ea typeface="Calibri"/>
              <a:cs typeface="Calibri"/>
            </a:endParaRPr>
          </a:p>
          <a:p>
            <a:pPr algn="ctr"/>
            <a:endParaRPr lang="fr-FR">
              <a:ea typeface="Calibri" panose="020F0502020204030204"/>
              <a:cs typeface="Calibri" panose="020F0502020204030204"/>
            </a:endParaRPr>
          </a:p>
        </p:txBody>
      </p:sp>
      <p:sp>
        <p:nvSpPr>
          <p:cNvPr id="148" name="ZoneTexte 147">
            <a:extLst>
              <a:ext uri="{FF2B5EF4-FFF2-40B4-BE49-F238E27FC236}">
                <a16:creationId xmlns:a16="http://schemas.microsoft.com/office/drawing/2014/main" id="{AC1E1E5B-B62B-CB4D-0DAD-AB869CC5BFC9}"/>
              </a:ext>
            </a:extLst>
          </p:cNvPr>
          <p:cNvSpPr txBox="1"/>
          <p:nvPr/>
        </p:nvSpPr>
        <p:spPr>
          <a:xfrm>
            <a:off x="667324" y="2090487"/>
            <a:ext cx="2457450" cy="48474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i="0" u="sng" strike="noStrike" baseline="0" dirty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ONNX </a:t>
            </a:r>
            <a:r>
              <a:rPr lang="en-US" sz="1200" b="1" i="0" u="sng" strike="noStrike" baseline="0" dirty="0" err="1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optimisation</a:t>
            </a:r>
            <a:endParaRPr lang="fr-FR" u="sng">
              <a:ea typeface="Calibri" panose="020F0502020204030204"/>
              <a:cs typeface="Calibri" panose="020F0502020204030204"/>
            </a:endParaRPr>
          </a:p>
          <a:p>
            <a:pPr algn="ctr"/>
            <a:endParaRPr lang="fr-FR"/>
          </a:p>
        </p:txBody>
      </p:sp>
      <p:graphicFrame>
        <p:nvGraphicFramePr>
          <p:cNvPr id="3" name="Tableau 2">
            <a:extLst>
              <a:ext uri="{FF2B5EF4-FFF2-40B4-BE49-F238E27FC236}">
                <a16:creationId xmlns:a16="http://schemas.microsoft.com/office/drawing/2014/main" id="{8267FCE0-B16A-64C3-EA24-C7B636AB2B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8488643"/>
              </p:ext>
            </p:extLst>
          </p:nvPr>
        </p:nvGraphicFramePr>
        <p:xfrm>
          <a:off x="669256" y="2432184"/>
          <a:ext cx="6294660" cy="1554480"/>
        </p:xfrm>
        <a:graphic>
          <a:graphicData uri="http://schemas.openxmlformats.org/drawingml/2006/table">
            <a:tbl>
              <a:tblPr bandRow="1">
                <a:tableStyleId>{073A0DAA-6AF3-43AB-8588-CEC1D06C72B9}</a:tableStyleId>
              </a:tblPr>
              <a:tblGrid>
                <a:gridCol w="1573665">
                  <a:extLst>
                    <a:ext uri="{9D8B030D-6E8A-4147-A177-3AD203B41FA5}">
                      <a16:colId xmlns:a16="http://schemas.microsoft.com/office/drawing/2014/main" val="896882041"/>
                    </a:ext>
                  </a:extLst>
                </a:gridCol>
                <a:gridCol w="1573665">
                  <a:extLst>
                    <a:ext uri="{9D8B030D-6E8A-4147-A177-3AD203B41FA5}">
                      <a16:colId xmlns:a16="http://schemas.microsoft.com/office/drawing/2014/main" val="313813355"/>
                    </a:ext>
                  </a:extLst>
                </a:gridCol>
                <a:gridCol w="1573665">
                  <a:extLst>
                    <a:ext uri="{9D8B030D-6E8A-4147-A177-3AD203B41FA5}">
                      <a16:colId xmlns:a16="http://schemas.microsoft.com/office/drawing/2014/main" val="801533838"/>
                    </a:ext>
                  </a:extLst>
                </a:gridCol>
                <a:gridCol w="1573665">
                  <a:extLst>
                    <a:ext uri="{9D8B030D-6E8A-4147-A177-3AD203B41FA5}">
                      <a16:colId xmlns:a16="http://schemas.microsoft.com/office/drawing/2014/main" val="143686449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/>
                        <a:t>Métrique</a:t>
                      </a:r>
                      <a:endParaRPr lang="fr-F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/>
                        <a:t>Avant</a:t>
                      </a:r>
                      <a:endParaRPr lang="fr-F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/>
                        <a:t>Après</a:t>
                      </a:r>
                      <a:endParaRPr lang="fr-F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/>
                        <a:t>Gain</a:t>
                      </a:r>
                      <a:endParaRPr lang="fr-FR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4964617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/>
                        <a:t>Latence totale</a:t>
                      </a:r>
                      <a:endParaRPr lang="fr-F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/>
                        <a:t>4.6s</a:t>
                      </a:r>
                      <a:endParaRPr lang="fr-F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/>
                        <a:t>253ms</a:t>
                      </a:r>
                      <a:endParaRPr lang="fr-F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/>
                        <a:t>18.2x ✅</a:t>
                      </a:r>
                      <a:endParaRPr lang="fr-FR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47806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 dirty="0"/>
                        <a:t>ONNX </a:t>
                      </a:r>
                      <a:r>
                        <a:rPr lang="fr-FR" sz="1100" dirty="0" err="1"/>
                        <a:t>inference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/>
                        <a:t>9.7ms</a:t>
                      </a:r>
                      <a:endParaRPr lang="fr-F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/>
                        <a:t>9.7ms</a:t>
                      </a:r>
                      <a:endParaRPr lang="fr-F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/>
                        <a:t>Pas de gain (déjà rapide)</a:t>
                      </a:r>
                      <a:endParaRPr lang="fr-FR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17481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 dirty="0"/>
                        <a:t>CSV </a:t>
                      </a:r>
                      <a:r>
                        <a:rPr lang="fr-FR" sz="1100" dirty="0" err="1"/>
                        <a:t>loading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/>
                        <a:t>Par requête</a:t>
                      </a:r>
                      <a:endParaRPr lang="fr-F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/>
                        <a:t>Au démarrage</a:t>
                      </a:r>
                      <a:endParaRPr lang="fr-F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/>
                        <a:t>Cache ✅</a:t>
                      </a:r>
                      <a:endParaRPr lang="fr-FR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619938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/>
                        <a:t>Pagination</a:t>
                      </a:r>
                      <a:endParaRPr lang="fr-F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/>
                        <a:t>N/A</a:t>
                      </a:r>
                      <a:endParaRPr lang="fr-F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 dirty="0" err="1"/>
                        <a:t>Lazy</a:t>
                      </a:r>
                      <a:r>
                        <a:rPr lang="fr-FR" sz="1100" dirty="0"/>
                        <a:t> </a:t>
                      </a:r>
                      <a:r>
                        <a:rPr lang="fr-FR" sz="1100" dirty="0" err="1"/>
                        <a:t>loading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/>
                        <a:t>Scalable ✅</a:t>
                      </a:r>
                      <a:endParaRPr lang="fr-FR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886008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/>
                        <a:t>Profiling</a:t>
                      </a:r>
                      <a:endParaRPr lang="fr-F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/>
                        <a:t>Aucun</a:t>
                      </a:r>
                      <a:endParaRPr lang="fr-FR" sz="11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 dirty="0"/>
                        <a:t>CPU + </a:t>
                      </a:r>
                      <a:r>
                        <a:rPr lang="fr-FR" sz="1100" dirty="0" err="1"/>
                        <a:t>Latency</a:t>
                      </a:r>
                      <a:r>
                        <a:rPr lang="fr-FR" sz="1100" dirty="0"/>
                        <a:t> headers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fr-FR" sz="1100"/>
                        <a:t>Observable ✅</a:t>
                      </a:r>
                      <a:endParaRPr lang="fr-FR" sz="11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1182341"/>
                  </a:ext>
                </a:extLst>
              </a:tr>
            </a:tbl>
          </a:graphicData>
        </a:graphic>
      </p:graphicFrame>
      <p:sp>
        <p:nvSpPr>
          <p:cNvPr id="4" name="ZoneTexte 3">
            <a:extLst>
              <a:ext uri="{FF2B5EF4-FFF2-40B4-BE49-F238E27FC236}">
                <a16:creationId xmlns:a16="http://schemas.microsoft.com/office/drawing/2014/main" id="{7966F867-1686-97F7-5253-6BB96FE79059}"/>
              </a:ext>
            </a:extLst>
          </p:cNvPr>
          <p:cNvSpPr txBox="1"/>
          <p:nvPr/>
        </p:nvSpPr>
        <p:spPr>
          <a:xfrm>
            <a:off x="4000500" y="909888"/>
            <a:ext cx="4572000" cy="15927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b="1" i="0" u="sng" strike="noStrike" baseline="0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Split </a:t>
            </a:r>
            <a:r>
              <a:rPr lang="en-US" sz="1200" b="1" u="sng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des données</a:t>
            </a:r>
            <a:endParaRPr lang="fr-FR">
              <a:ea typeface="Calibri" panose="020F0502020204030204"/>
              <a:cs typeface="Calibri" panose="020F0502020204030204"/>
            </a:endParaRPr>
          </a:p>
          <a:p>
            <a:r>
              <a:rPr lang="en-US" sz="1200">
                <a:solidFill>
                  <a:srgbClr val="595959"/>
                </a:solidFill>
                <a:ea typeface="Calibri"/>
                <a:cs typeface="Calibri"/>
              </a:rPr>
              <a:t>Launch test.csv 200Mo -&gt; 800Mo de ram</a:t>
            </a:r>
            <a:endParaRPr lang="en-US" sz="1200" b="1" u="sng" dirty="0">
              <a:solidFill>
                <a:srgbClr val="595959"/>
              </a:solidFill>
              <a:ea typeface="Calibri"/>
              <a:cs typeface="Calibri"/>
            </a:endParaRPr>
          </a:p>
          <a:p>
            <a:r>
              <a:rPr lang="en-US" sz="1200" dirty="0" err="1">
                <a:solidFill>
                  <a:srgbClr val="595959"/>
                </a:solidFill>
                <a:ea typeface="Calibri"/>
                <a:cs typeface="Calibri"/>
              </a:rPr>
              <a:t>Echantillon</a:t>
            </a:r>
            <a:r>
              <a:rPr lang="en-US" sz="1200" dirty="0">
                <a:solidFill>
                  <a:srgbClr val="595959"/>
                </a:solidFill>
                <a:ea typeface="Calibri"/>
                <a:cs typeface="Calibri"/>
              </a:rPr>
              <a:t> du jeu de test 17Mo </a:t>
            </a:r>
          </a:p>
          <a:p>
            <a:endParaRPr lang="en-US" sz="1200" dirty="0">
              <a:solidFill>
                <a:srgbClr val="595959"/>
              </a:solidFill>
              <a:ea typeface="Calibri"/>
              <a:cs typeface="Calibri"/>
            </a:endParaRPr>
          </a:p>
          <a:p>
            <a:r>
              <a:rPr lang="en-US" sz="1200" b="1" u="sng" dirty="0" err="1">
                <a:solidFill>
                  <a:srgbClr val="595959"/>
                </a:solidFill>
                <a:ea typeface="Calibri"/>
                <a:cs typeface="Calibri"/>
              </a:rPr>
              <a:t>Déport</a:t>
            </a:r>
            <a:r>
              <a:rPr lang="en-US" sz="1200" b="1" u="sng" dirty="0">
                <a:solidFill>
                  <a:srgbClr val="595959"/>
                </a:solidFill>
                <a:ea typeface="Calibri"/>
                <a:cs typeface="Calibri"/>
              </a:rPr>
              <a:t> </a:t>
            </a:r>
            <a:r>
              <a:rPr lang="en-US" sz="1200" b="1" u="sng" dirty="0" err="1">
                <a:solidFill>
                  <a:srgbClr val="595959"/>
                </a:solidFill>
                <a:ea typeface="Calibri"/>
                <a:cs typeface="Calibri"/>
              </a:rPr>
              <a:t>Bdd</a:t>
            </a:r>
            <a:r>
              <a:rPr lang="en-US" sz="1200" b="1" u="sng" dirty="0">
                <a:solidFill>
                  <a:srgbClr val="595959"/>
                </a:solidFill>
                <a:ea typeface="Calibri"/>
                <a:cs typeface="Calibri"/>
              </a:rPr>
              <a:t> </a:t>
            </a:r>
            <a:r>
              <a:rPr lang="en-US" sz="1200" b="1" u="sng" dirty="0" err="1">
                <a:solidFill>
                  <a:srgbClr val="595959"/>
                </a:solidFill>
                <a:ea typeface="Calibri"/>
                <a:cs typeface="Calibri"/>
              </a:rPr>
              <a:t>supabase</a:t>
            </a:r>
          </a:p>
          <a:p>
            <a:r>
              <a:rPr lang="en-US" sz="1200" dirty="0" err="1">
                <a:solidFill>
                  <a:srgbClr val="595959"/>
                </a:solidFill>
                <a:ea typeface="Calibri"/>
                <a:cs typeface="Calibri"/>
              </a:rPr>
              <a:t>Prédictions</a:t>
            </a:r>
          </a:p>
          <a:p>
            <a:r>
              <a:rPr lang="en-US" sz="1200" dirty="0" err="1">
                <a:solidFill>
                  <a:srgbClr val="595959"/>
                </a:solidFill>
                <a:ea typeface="Calibri"/>
                <a:cs typeface="Calibri"/>
              </a:rPr>
              <a:t>Drift.json</a:t>
            </a:r>
            <a:endParaRPr lang="en-US" sz="1200" u="sng">
              <a:solidFill>
                <a:srgbClr val="595959"/>
              </a:solidFill>
              <a:ea typeface="Calibri" panose="020F0502020204030204"/>
              <a:cs typeface="Calibri" panose="020F0502020204030204"/>
            </a:endParaRPr>
          </a:p>
          <a:p>
            <a:pPr algn="ctr"/>
            <a:endParaRPr lang="fr-FR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395608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Tm="0">
        <p14:prism isInverted="1"/>
      </p:transition>
    </mc:Choice>
    <mc:Fallback xmlns="">
      <p:transition spd="slow" advTm="0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3"/>
          <p:cNvGrpSpPr/>
          <p:nvPr/>
        </p:nvGrpSpPr>
        <p:grpSpPr>
          <a:xfrm>
            <a:off x="3607063" y="1058649"/>
            <a:ext cx="2125278" cy="1954450"/>
            <a:chOff x="5807955" y="4605844"/>
            <a:chExt cx="1524698" cy="1402144"/>
          </a:xfrm>
        </p:grpSpPr>
        <p:sp>
          <p:nvSpPr>
            <p:cNvPr id="13" name="文本框 5"/>
            <p:cNvSpPr txBox="1"/>
            <p:nvPr/>
          </p:nvSpPr>
          <p:spPr>
            <a:xfrm>
              <a:off x="6641266" y="4954902"/>
              <a:ext cx="691387" cy="728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6000" b="1" dirty="0">
                  <a:ea typeface="站酷高端黑" panose="02010600030101010101" pitchFamily="2" charset="-122"/>
                </a:rPr>
                <a:t>0</a:t>
              </a:r>
              <a:r>
                <a:rPr lang="tr-TR" altLang="zh-CN" sz="6000" b="1" dirty="0">
                  <a:ea typeface="站酷高端黑" panose="02010600030101010101" pitchFamily="2" charset="-122"/>
                </a:rPr>
                <a:t>4</a:t>
              </a:r>
              <a:endParaRPr lang="zh-CN" altLang="en-US" sz="6000" b="1" dirty="0">
                <a:ea typeface="站酷高端黑" panose="02010600030101010101" pitchFamily="2" charset="-122"/>
              </a:endParaRPr>
            </a:p>
          </p:txBody>
        </p:sp>
        <p:sp>
          <p:nvSpPr>
            <p:cNvPr id="14" name="弧形 5"/>
            <p:cNvSpPr/>
            <p:nvPr/>
          </p:nvSpPr>
          <p:spPr>
            <a:xfrm rot="2700000">
              <a:off x="5884495" y="4686150"/>
              <a:ext cx="1249065" cy="1249065"/>
            </a:xfrm>
            <a:prstGeom prst="arc">
              <a:avLst>
                <a:gd name="adj1" fmla="val 20887794"/>
                <a:gd name="adj2" fmla="val 16988131"/>
              </a:avLst>
            </a:prstGeom>
            <a:ln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8C864"/>
                </a:solidFill>
              </a:endParaRPr>
            </a:p>
          </p:txBody>
        </p:sp>
        <p:sp>
          <p:nvSpPr>
            <p:cNvPr id="15" name="弦形 6"/>
            <p:cNvSpPr/>
            <p:nvPr/>
          </p:nvSpPr>
          <p:spPr>
            <a:xfrm>
              <a:off x="5807955" y="4605844"/>
              <a:ext cx="1402144" cy="1402144"/>
            </a:xfrm>
            <a:prstGeom prst="chord">
              <a:avLst>
                <a:gd name="adj1" fmla="val 4720851"/>
                <a:gd name="adj2" fmla="val 11040325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8C864"/>
                </a:solidFill>
              </a:endParaRPr>
            </a:p>
          </p:txBody>
        </p:sp>
      </p:grpSp>
      <p:sp>
        <p:nvSpPr>
          <p:cNvPr id="16" name="矩形 69"/>
          <p:cNvSpPr>
            <a:spLocks noChangeArrowheads="1"/>
          </p:cNvSpPr>
          <p:nvPr/>
        </p:nvSpPr>
        <p:spPr bwMode="auto">
          <a:xfrm>
            <a:off x="3172691" y="3163483"/>
            <a:ext cx="303414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Font typeface="Arial" panose="020B0604020202020204" pitchFamily="34" charset="0"/>
              <a:buNone/>
            </a:pPr>
            <a:r>
              <a:rPr lang="tr-TR" altLang="zh-CN" sz="3000" b="1">
                <a:solidFill>
                  <a:srgbClr val="ED7D31"/>
                </a:solidFill>
                <a:latin typeface="+mn-lt"/>
                <a:ea typeface="微软雅黑"/>
                <a:sym typeface="微软雅黑" panose="020B0503020204020204" pitchFamily="34" charset="-122"/>
              </a:rPr>
              <a:t>Structure</a:t>
            </a:r>
            <a:endParaRPr lang="en-US" altLang="zh-CN" sz="3000" b="1" dirty="0">
              <a:solidFill>
                <a:srgbClr val="ED7D31"/>
              </a:solidFill>
              <a:latin typeface="+mn-lt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cxnSp>
        <p:nvCxnSpPr>
          <p:cNvPr id="17" name="直接连接符 9"/>
          <p:cNvCxnSpPr/>
          <p:nvPr/>
        </p:nvCxnSpPr>
        <p:spPr>
          <a:xfrm>
            <a:off x="1907704" y="3440482"/>
            <a:ext cx="1368152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0"/>
          <p:cNvCxnSpPr/>
          <p:nvPr/>
        </p:nvCxnSpPr>
        <p:spPr>
          <a:xfrm>
            <a:off x="6084168" y="3440482"/>
            <a:ext cx="129614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290142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 advTm="0">
        <p15:prstTrans prst="origami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7CB59E-ACF4-9C5D-EF3A-D0A97BE5D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3">
            <a:extLst>
              <a:ext uri="{FF2B5EF4-FFF2-40B4-BE49-F238E27FC236}">
                <a16:creationId xmlns:a16="http://schemas.microsoft.com/office/drawing/2014/main" id="{BB78792B-6ADE-6849-23AF-66775102143A}"/>
              </a:ext>
            </a:extLst>
          </p:cNvPr>
          <p:cNvGrpSpPr/>
          <p:nvPr/>
        </p:nvGrpSpPr>
        <p:grpSpPr>
          <a:xfrm>
            <a:off x="293117" y="196803"/>
            <a:ext cx="1488179" cy="461665"/>
            <a:chOff x="585861" y="258195"/>
            <a:chExt cx="1984237" cy="615553"/>
          </a:xfrm>
        </p:grpSpPr>
        <p:sp>
          <p:nvSpPr>
            <p:cNvPr id="50" name="文本框 23">
              <a:extLst>
                <a:ext uri="{FF2B5EF4-FFF2-40B4-BE49-F238E27FC236}">
                  <a16:creationId xmlns:a16="http://schemas.microsoft.com/office/drawing/2014/main" id="{03A91B5A-05E9-82C1-0BB0-C8E5E5737923}"/>
                </a:ext>
              </a:extLst>
            </p:cNvPr>
            <p:cNvSpPr txBox="1"/>
            <p:nvPr/>
          </p:nvSpPr>
          <p:spPr>
            <a:xfrm>
              <a:off x="738316" y="258195"/>
              <a:ext cx="1831782" cy="615553"/>
            </a:xfrm>
            <a:prstGeom prst="rect">
              <a:avLst/>
            </a:prstGeom>
            <a:noFill/>
          </p:spPr>
          <p:txBody>
            <a:bodyPr wrap="none" lIns="91440" tIns="45720" rIns="91440" bIns="45720" rtlCol="0" anchor="t">
              <a:spAutoFit/>
            </a:bodyPr>
            <a:lstStyle/>
            <a:p>
              <a:r>
                <a:rPr lang="tr-TR" altLang="zh-CN" sz="2400" b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微软雅黑"/>
                </a:rPr>
                <a:t>Structure</a:t>
              </a:r>
              <a:endParaRPr lang="fr-FR" altLang="zh-CN"/>
            </a:p>
          </p:txBody>
        </p:sp>
        <p:sp>
          <p:nvSpPr>
            <p:cNvPr id="51" name="等腰三角形 5">
              <a:extLst>
                <a:ext uri="{FF2B5EF4-FFF2-40B4-BE49-F238E27FC236}">
                  <a16:creationId xmlns:a16="http://schemas.microsoft.com/office/drawing/2014/main" id="{F87F934E-38E5-C4F8-5DF2-343D397CFC3D}"/>
                </a:ext>
              </a:extLst>
            </p:cNvPr>
            <p:cNvSpPr/>
            <p:nvPr/>
          </p:nvSpPr>
          <p:spPr>
            <a:xfrm rot="16200000" flipH="1" flipV="1">
              <a:off x="509927" y="489745"/>
              <a:ext cx="304323" cy="152455"/>
            </a:xfrm>
            <a:prstGeom prst="triangle">
              <a:avLst/>
            </a:prstGeom>
            <a:solidFill>
              <a:srgbClr val="00B0F0"/>
            </a:solidFill>
            <a:ln w="285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080808"/>
                </a:solidFill>
                <a:ea typeface="微软雅黑" panose="020B0503020204020204" pitchFamily="34" charset="-122"/>
              </a:endParaRPr>
            </a:p>
          </p:txBody>
        </p:sp>
      </p:grpSp>
      <p:sp>
        <p:nvSpPr>
          <p:cNvPr id="2" name="ZoneTexte 1">
            <a:extLst>
              <a:ext uri="{FF2B5EF4-FFF2-40B4-BE49-F238E27FC236}">
                <a16:creationId xmlns:a16="http://schemas.microsoft.com/office/drawing/2014/main" id="{E5891B3E-C34F-F8E0-7930-A601D3D7E447}"/>
              </a:ext>
            </a:extLst>
          </p:cNvPr>
          <p:cNvSpPr txBox="1"/>
          <p:nvPr/>
        </p:nvSpPr>
        <p:spPr>
          <a:xfrm>
            <a:off x="1175657" y="661307"/>
            <a:ext cx="1020536" cy="5005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>
              <a:lnSpc>
                <a:spcPts val="3360"/>
              </a:lnSpc>
            </a:pPr>
            <a:r>
              <a:rPr lang="tr-TR" sz="2400" b="1">
                <a:solidFill>
                  <a:srgbClr val="404040"/>
                </a:solidFill>
                <a:latin typeface="Calibri"/>
              </a:rPr>
              <a:t>Projet</a:t>
            </a:r>
            <a:endParaRPr lang="fr-FR" sz="2400">
              <a:ea typeface="Calibri"/>
              <a:cs typeface="Calibri"/>
            </a:endParaRPr>
          </a:p>
        </p:txBody>
      </p:sp>
      <p:pic>
        <p:nvPicPr>
          <p:cNvPr id="4" name="Image 3" descr="Une image contenant texte, diagramme, Plan, Dessin technique&#10;&#10;Le contenu généré par l’IA peut être incorrect.">
            <a:extLst>
              <a:ext uri="{FF2B5EF4-FFF2-40B4-BE49-F238E27FC236}">
                <a16:creationId xmlns:a16="http://schemas.microsoft.com/office/drawing/2014/main" id="{3572C583-91E2-DF43-F199-C05AD94A2B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7207" y="0"/>
            <a:ext cx="6637229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68051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0">
        <p14:doors dir="vert"/>
      </p:transition>
    </mc:Choice>
    <mc:Fallback xmlns="">
      <p:transition spd="slow" advTm="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3"/>
          <p:cNvGrpSpPr/>
          <p:nvPr/>
        </p:nvGrpSpPr>
        <p:grpSpPr>
          <a:xfrm>
            <a:off x="293117" y="196803"/>
            <a:ext cx="1488179" cy="461665"/>
            <a:chOff x="585861" y="258195"/>
            <a:chExt cx="1984238" cy="615553"/>
          </a:xfrm>
        </p:grpSpPr>
        <p:sp>
          <p:nvSpPr>
            <p:cNvPr id="50" name="文本框 23"/>
            <p:cNvSpPr txBox="1"/>
            <p:nvPr/>
          </p:nvSpPr>
          <p:spPr>
            <a:xfrm>
              <a:off x="738316" y="258195"/>
              <a:ext cx="1831783" cy="615553"/>
            </a:xfrm>
            <a:prstGeom prst="rect">
              <a:avLst/>
            </a:prstGeom>
            <a:noFill/>
          </p:spPr>
          <p:txBody>
            <a:bodyPr wrap="none" lIns="91440" tIns="45720" rIns="91440" bIns="45720" rtlCol="0" anchor="t">
              <a:spAutoFit/>
            </a:bodyPr>
            <a:lstStyle/>
            <a:p>
              <a:r>
                <a:rPr lang="tr-TR" altLang="zh-CN" sz="2400" b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微软雅黑"/>
                </a:rPr>
                <a:t>Structure</a:t>
              </a:r>
              <a:endParaRPr lang="fr-FR" altLang="zh-CN"/>
            </a:p>
          </p:txBody>
        </p:sp>
        <p:sp>
          <p:nvSpPr>
            <p:cNvPr id="51" name="等腰三角形 5"/>
            <p:cNvSpPr/>
            <p:nvPr/>
          </p:nvSpPr>
          <p:spPr>
            <a:xfrm rot="16200000" flipH="1" flipV="1">
              <a:off x="509927" y="489745"/>
              <a:ext cx="304323" cy="152455"/>
            </a:xfrm>
            <a:prstGeom prst="triangle">
              <a:avLst/>
            </a:prstGeom>
            <a:solidFill>
              <a:srgbClr val="00B0F0"/>
            </a:solidFill>
            <a:ln w="285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080808"/>
                </a:solidFill>
                <a:ea typeface="微软雅黑" panose="020B0503020204020204" pitchFamily="34" charset="-122"/>
              </a:endParaRPr>
            </a:p>
          </p:txBody>
        </p:sp>
      </p:grpSp>
      <p:sp>
        <p:nvSpPr>
          <p:cNvPr id="57" name="ZoneTexte 56">
            <a:extLst>
              <a:ext uri="{FF2B5EF4-FFF2-40B4-BE49-F238E27FC236}">
                <a16:creationId xmlns:a16="http://schemas.microsoft.com/office/drawing/2014/main" id="{45537348-A6AD-3D10-9AD9-3C4FE6FE73DE}"/>
              </a:ext>
            </a:extLst>
          </p:cNvPr>
          <p:cNvSpPr txBox="1"/>
          <p:nvPr/>
        </p:nvSpPr>
        <p:spPr>
          <a:xfrm>
            <a:off x="1632857" y="661307"/>
            <a:ext cx="1485900" cy="6694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r-TR" sz="2400" b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GIT</a:t>
            </a:r>
            <a:endParaRPr lang="fr-FR"/>
          </a:p>
          <a:p>
            <a:pPr algn="ctr"/>
            <a:endParaRPr lang="fr-FR"/>
          </a:p>
        </p:txBody>
      </p:sp>
      <p:pic>
        <p:nvPicPr>
          <p:cNvPr id="58" name="Image 57" descr="Une image contenant texte, capture d’écran, Police, document&#10;&#10;Le contenu généré par l’IA peut être incorrect.">
            <a:extLst>
              <a:ext uri="{FF2B5EF4-FFF2-40B4-BE49-F238E27FC236}">
                <a16:creationId xmlns:a16="http://schemas.microsoft.com/office/drawing/2014/main" id="{C0FBF097-E9F8-02A9-140F-A2F08E5AEE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030" y="0"/>
            <a:ext cx="4716926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4701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0">
        <p14:doors dir="vert"/>
      </p:transition>
    </mc:Choice>
    <mc:Fallback xmlns="">
      <p:transition spd="slow" advTm="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DFAD9-4E97-B33F-6227-C3B0A9118B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组合 3">
            <a:extLst>
              <a:ext uri="{FF2B5EF4-FFF2-40B4-BE49-F238E27FC236}">
                <a16:creationId xmlns:a16="http://schemas.microsoft.com/office/drawing/2014/main" id="{FF714490-D782-EC93-1B71-13858425AB20}"/>
              </a:ext>
            </a:extLst>
          </p:cNvPr>
          <p:cNvGrpSpPr/>
          <p:nvPr/>
        </p:nvGrpSpPr>
        <p:grpSpPr>
          <a:xfrm>
            <a:off x="293117" y="196803"/>
            <a:ext cx="1488179" cy="461665"/>
            <a:chOff x="585861" y="258195"/>
            <a:chExt cx="1984238" cy="615553"/>
          </a:xfrm>
        </p:grpSpPr>
        <p:sp>
          <p:nvSpPr>
            <p:cNvPr id="50" name="文本框 23">
              <a:extLst>
                <a:ext uri="{FF2B5EF4-FFF2-40B4-BE49-F238E27FC236}">
                  <a16:creationId xmlns:a16="http://schemas.microsoft.com/office/drawing/2014/main" id="{8546A158-6DC4-68ED-B6D5-245A141B5028}"/>
                </a:ext>
              </a:extLst>
            </p:cNvPr>
            <p:cNvSpPr txBox="1"/>
            <p:nvPr/>
          </p:nvSpPr>
          <p:spPr>
            <a:xfrm>
              <a:off x="738316" y="258195"/>
              <a:ext cx="1831783" cy="615553"/>
            </a:xfrm>
            <a:prstGeom prst="rect">
              <a:avLst/>
            </a:prstGeom>
            <a:noFill/>
          </p:spPr>
          <p:txBody>
            <a:bodyPr wrap="none" lIns="91440" tIns="45720" rIns="91440" bIns="45720" rtlCol="0" anchor="t">
              <a:spAutoFit/>
            </a:bodyPr>
            <a:lstStyle/>
            <a:p>
              <a:r>
                <a:rPr lang="tr-TR" altLang="zh-CN" sz="2400" b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微软雅黑"/>
                </a:rPr>
                <a:t>Structure</a:t>
              </a:r>
              <a:endParaRPr lang="fr-FR" altLang="zh-CN"/>
            </a:p>
          </p:txBody>
        </p:sp>
        <p:sp>
          <p:nvSpPr>
            <p:cNvPr id="51" name="等腰三角形 5">
              <a:extLst>
                <a:ext uri="{FF2B5EF4-FFF2-40B4-BE49-F238E27FC236}">
                  <a16:creationId xmlns:a16="http://schemas.microsoft.com/office/drawing/2014/main" id="{C1322BDD-AF96-79CC-F947-8F0FE29F8ACB}"/>
                </a:ext>
              </a:extLst>
            </p:cNvPr>
            <p:cNvSpPr/>
            <p:nvPr/>
          </p:nvSpPr>
          <p:spPr>
            <a:xfrm rot="16200000" flipH="1" flipV="1">
              <a:off x="509927" y="489745"/>
              <a:ext cx="304323" cy="152455"/>
            </a:xfrm>
            <a:prstGeom prst="triangle">
              <a:avLst/>
            </a:prstGeom>
            <a:solidFill>
              <a:srgbClr val="00B0F0"/>
            </a:solidFill>
            <a:ln w="285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080808"/>
                </a:solidFill>
                <a:ea typeface="微软雅黑" panose="020B0503020204020204" pitchFamily="34" charset="-122"/>
              </a:endParaRPr>
            </a:p>
          </p:txBody>
        </p:sp>
      </p:grpSp>
      <p:pic>
        <p:nvPicPr>
          <p:cNvPr id="3" name="Image 2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E832C5F8-6DCA-C11A-C5B0-985E15A40E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56523"/>
            <a:ext cx="9144000" cy="924168"/>
          </a:xfrm>
          <a:prstGeom prst="rect">
            <a:avLst/>
          </a:prstGeom>
        </p:spPr>
      </p:pic>
      <p:sp>
        <p:nvSpPr>
          <p:cNvPr id="5" name="TextBox 24">
            <a:extLst>
              <a:ext uri="{FF2B5EF4-FFF2-40B4-BE49-F238E27FC236}">
                <a16:creationId xmlns:a16="http://schemas.microsoft.com/office/drawing/2014/main" id="{B65D45BC-DFD7-ECED-5591-538FFC2CE223}"/>
              </a:ext>
            </a:extLst>
          </p:cNvPr>
          <p:cNvSpPr txBox="1"/>
          <p:nvPr/>
        </p:nvSpPr>
        <p:spPr>
          <a:xfrm>
            <a:off x="2380573" y="1582738"/>
            <a:ext cx="1447640" cy="241285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tr-TR" altLang="zh-CN" sz="1400" b="1">
                <a:solidFill>
                  <a:schemeClr val="tx1">
                    <a:lumMod val="65000"/>
                    <a:lumOff val="35000"/>
                  </a:schemeClr>
                </a:solidFill>
                <a:ea typeface="微软雅黑"/>
                <a:cs typeface="+mn-ea"/>
                <a:sym typeface="Arial" panose="020B0604020202020204" pitchFamily="34" charset="0"/>
              </a:rPr>
              <a:t>Pour Version &gt;1.0.0</a:t>
            </a:r>
            <a:endParaRPr lang="fr-FR" altLang="zh-CN"/>
          </a:p>
        </p:txBody>
      </p:sp>
      <p:sp>
        <p:nvSpPr>
          <p:cNvPr id="53" name="TextBox 24">
            <a:extLst>
              <a:ext uri="{FF2B5EF4-FFF2-40B4-BE49-F238E27FC236}">
                <a16:creationId xmlns:a16="http://schemas.microsoft.com/office/drawing/2014/main" id="{1FE3948B-152F-B4C7-08E6-9BA59CDB988D}"/>
              </a:ext>
            </a:extLst>
          </p:cNvPr>
          <p:cNvSpPr txBox="1"/>
          <p:nvPr/>
        </p:nvSpPr>
        <p:spPr>
          <a:xfrm>
            <a:off x="2443166" y="2567896"/>
            <a:ext cx="2046041" cy="1016881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ct val="120000"/>
              </a:lnSpc>
            </a:pPr>
            <a:r>
              <a:rPr lang="tr-TR" altLang="zh-CN" sz="1400" b="1">
                <a:solidFill>
                  <a:schemeClr val="tx1">
                    <a:lumMod val="65000"/>
                    <a:lumOff val="35000"/>
                  </a:schemeClr>
                </a:solidFill>
                <a:ea typeface="微软雅黑"/>
                <a:cs typeface="+mn-ea"/>
                <a:sym typeface="Arial" panose="020B0604020202020204" pitchFamily="34" charset="0"/>
              </a:rPr>
              <a:t>Build Conteneur </a:t>
            </a:r>
            <a:endParaRPr lang="tr-TR" altLang="zh-CN" sz="1400" b="1">
              <a:solidFill>
                <a:schemeClr val="tx1">
                  <a:lumMod val="65000"/>
                  <a:lumOff val="35000"/>
                </a:schemeClr>
              </a:solidFill>
              <a:ea typeface="微软雅黑"/>
              <a:cs typeface="Calibri"/>
              <a:sym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tr-TR" altLang="zh-CN" sz="1400" b="1">
                <a:solidFill>
                  <a:schemeClr val="tx1">
                    <a:lumMod val="65000"/>
                    <a:lumOff val="35000"/>
                  </a:schemeClr>
                </a:solidFill>
                <a:ea typeface="微软雅黑"/>
                <a:cs typeface="+mn-ea"/>
                <a:sym typeface="Arial" panose="020B0604020202020204" pitchFamily="34" charset="0"/>
              </a:rPr>
              <a:t>FastApi et modéle</a:t>
            </a:r>
            <a:endParaRPr lang="fr-FR" sz="1400">
              <a:solidFill>
                <a:schemeClr val="tx1">
                  <a:lumMod val="65000"/>
                  <a:lumOff val="35000"/>
                </a:schemeClr>
              </a:solidFill>
              <a:ea typeface="Calibri"/>
              <a:cs typeface="Calibri"/>
              <a:sym typeface="Arial" panose="020B0604020202020204" pitchFamily="34" charset="0"/>
            </a:endParaRPr>
          </a:p>
          <a:p>
            <a:pPr>
              <a:lnSpc>
                <a:spcPct val="120000"/>
              </a:lnSpc>
            </a:pPr>
            <a:r>
              <a:rPr lang="tr-TR" sz="1400" b="1">
                <a:solidFill>
                  <a:schemeClr val="tx1">
                    <a:lumMod val="65000"/>
                    <a:lumOff val="35000"/>
                  </a:schemeClr>
                </a:solidFill>
                <a:ea typeface="Calibri"/>
                <a:cs typeface="Calibri"/>
                <a:sym typeface="Arial" panose="020B0604020202020204" pitchFamily="34" charset="0"/>
              </a:rPr>
              <a:t>Récupération des variables </a:t>
            </a:r>
            <a:endParaRPr lang="fr-FR" sz="1400">
              <a:solidFill>
                <a:schemeClr val="tx1">
                  <a:lumMod val="65000"/>
                  <a:lumOff val="35000"/>
                </a:schemeClr>
              </a:solidFill>
              <a:ea typeface="Calibri"/>
              <a:cs typeface="Calibri"/>
            </a:endParaRPr>
          </a:p>
          <a:p>
            <a:pPr>
              <a:lnSpc>
                <a:spcPct val="120000"/>
              </a:lnSpc>
            </a:pPr>
            <a:r>
              <a:rPr lang="tr-TR" sz="1400" b="1">
                <a:solidFill>
                  <a:schemeClr val="tx1">
                    <a:lumMod val="65000"/>
                    <a:lumOff val="35000"/>
                  </a:schemeClr>
                </a:solidFill>
                <a:ea typeface="Calibri"/>
                <a:cs typeface="Calibri"/>
                <a:sym typeface="Arial" panose="020B0604020202020204" pitchFamily="34" charset="0"/>
              </a:rPr>
              <a:t>Git + IAM Cloud Run</a:t>
            </a:r>
            <a:endParaRPr lang="tr-TR" altLang="zh-CN" sz="1400" b="1">
              <a:solidFill>
                <a:schemeClr val="tx1">
                  <a:lumMod val="65000"/>
                  <a:lumOff val="35000"/>
                </a:schemeClr>
              </a:solidFill>
              <a:ea typeface="微软雅黑"/>
              <a:cs typeface="Calibri"/>
            </a:endParaRPr>
          </a:p>
        </p:txBody>
      </p:sp>
      <p:sp>
        <p:nvSpPr>
          <p:cNvPr id="54" name="ZoneTexte 53">
            <a:extLst>
              <a:ext uri="{FF2B5EF4-FFF2-40B4-BE49-F238E27FC236}">
                <a16:creationId xmlns:a16="http://schemas.microsoft.com/office/drawing/2014/main" id="{8F5D9CB9-9518-9003-4ED8-165836441CC0}"/>
              </a:ext>
            </a:extLst>
          </p:cNvPr>
          <p:cNvSpPr txBox="1"/>
          <p:nvPr/>
        </p:nvSpPr>
        <p:spPr>
          <a:xfrm>
            <a:off x="4849586" y="2465614"/>
            <a:ext cx="1551215" cy="15311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2352"/>
              </a:lnSpc>
            </a:pPr>
            <a:r>
              <a:rPr lang="tr-TR" sz="1400" b="1">
                <a:solidFill>
                  <a:srgbClr val="595959"/>
                </a:solidFill>
                <a:latin typeface="Calibri"/>
              </a:rPr>
              <a:t>Connexion et deploiement</a:t>
            </a:r>
            <a:endParaRPr lang="fr-FR"/>
          </a:p>
          <a:p>
            <a:pPr algn="l">
              <a:lnSpc>
                <a:spcPts val="2352"/>
              </a:lnSpc>
            </a:pPr>
            <a:r>
              <a:rPr lang="tr-TR" sz="1400" b="1" i="0" u="none" strike="noStrike" baseline="0">
                <a:solidFill>
                  <a:srgbClr val="595959"/>
                </a:solidFill>
                <a:latin typeface="Calibri"/>
              </a:rPr>
              <a:t>Conteneur </a:t>
            </a:r>
            <a:r>
              <a:rPr lang="tr-TR" sz="1400" b="0" i="0" dirty="0">
                <a:latin typeface="Calibri"/>
              </a:rPr>
              <a:t>​</a:t>
            </a:r>
            <a:endParaRPr lang="tr-TR"/>
          </a:p>
          <a:p>
            <a:pPr algn="l" rtl="0">
              <a:lnSpc>
                <a:spcPts val="2352"/>
              </a:lnSpc>
            </a:pPr>
            <a:r>
              <a:rPr lang="tr-TR" sz="1400" b="1" i="0" u="none" strike="noStrike" baseline="0">
                <a:solidFill>
                  <a:srgbClr val="595959"/>
                </a:solidFill>
                <a:latin typeface="Calibri"/>
              </a:rPr>
              <a:t>FastApi et modéle</a:t>
            </a:r>
          </a:p>
          <a:p>
            <a:pPr algn="ctr"/>
            <a:endParaRPr lang="fr-FR"/>
          </a:p>
        </p:txBody>
      </p:sp>
      <p:sp>
        <p:nvSpPr>
          <p:cNvPr id="55" name="ZoneTexte 54">
            <a:extLst>
              <a:ext uri="{FF2B5EF4-FFF2-40B4-BE49-F238E27FC236}">
                <a16:creationId xmlns:a16="http://schemas.microsoft.com/office/drawing/2014/main" id="{6ED27C6C-5CCB-0A07-A8B9-B28FA4371ABF}"/>
              </a:ext>
            </a:extLst>
          </p:cNvPr>
          <p:cNvSpPr txBox="1"/>
          <p:nvPr/>
        </p:nvSpPr>
        <p:spPr>
          <a:xfrm>
            <a:off x="7184572" y="2465614"/>
            <a:ext cx="1820636" cy="91563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2352"/>
              </a:lnSpc>
            </a:pPr>
            <a:r>
              <a:rPr lang="tr-TR" sz="1400" b="1">
                <a:solidFill>
                  <a:srgbClr val="595959"/>
                </a:solidFill>
                <a:latin typeface="Calibri"/>
              </a:rPr>
              <a:t>Build</a:t>
            </a:r>
            <a:endParaRPr lang="fr-FR"/>
          </a:p>
          <a:p>
            <a:pPr algn="l">
              <a:lnSpc>
                <a:spcPts val="2352"/>
              </a:lnSpc>
            </a:pPr>
            <a:r>
              <a:rPr lang="tr-TR" sz="1400" b="1" i="0" u="none" strike="noStrike" baseline="0">
                <a:solidFill>
                  <a:srgbClr val="595959"/>
                </a:solidFill>
                <a:latin typeface="Calibri"/>
              </a:rPr>
              <a:t>Conteneur </a:t>
            </a:r>
            <a:r>
              <a:rPr lang="tr-TR" sz="1400" b="0" i="0">
                <a:latin typeface="Calibri"/>
              </a:rPr>
              <a:t>​</a:t>
            </a:r>
            <a:r>
              <a:rPr lang="tr-TR" sz="1400" b="1">
                <a:solidFill>
                  <a:srgbClr val="595959"/>
                </a:solidFill>
                <a:latin typeface="Calibri"/>
              </a:rPr>
              <a:t>Streamlit</a:t>
            </a:r>
            <a:endParaRPr lang="tr-TR" i="0" u="none" strike="noStrike" baseline="0">
              <a:solidFill>
                <a:srgbClr val="000000"/>
              </a:solidFill>
              <a:latin typeface="Calibri"/>
              <a:ea typeface="Calibri" panose="020F0502020204030204"/>
              <a:cs typeface="Calibri" panose="020F0502020204030204"/>
            </a:endParaRPr>
          </a:p>
          <a:p>
            <a:pPr algn="ctr"/>
            <a:endParaRPr lang="fr-FR"/>
          </a:p>
        </p:txBody>
      </p:sp>
      <p:sp>
        <p:nvSpPr>
          <p:cNvPr id="56" name="ZoneTexte 55">
            <a:extLst>
              <a:ext uri="{FF2B5EF4-FFF2-40B4-BE49-F238E27FC236}">
                <a16:creationId xmlns:a16="http://schemas.microsoft.com/office/drawing/2014/main" id="{C7D3D517-9B73-EA81-4672-C2C1FB8F8378}"/>
              </a:ext>
            </a:extLst>
          </p:cNvPr>
          <p:cNvSpPr txBox="1"/>
          <p:nvPr/>
        </p:nvSpPr>
        <p:spPr>
          <a:xfrm>
            <a:off x="97971" y="2571750"/>
            <a:ext cx="2188029" cy="116185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r-TR" sz="1400" b="1">
                <a:solidFill>
                  <a:srgbClr val="595959"/>
                </a:solidFill>
                <a:latin typeface="Calibri"/>
                <a:ea typeface="Calibri"/>
                <a:cs typeface="Calibri"/>
              </a:rPr>
              <a:t>Test :</a:t>
            </a:r>
            <a:endParaRPr lang="fr-FR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tr-TR" sz="1400" b="1">
                <a:solidFill>
                  <a:srgbClr val="595959"/>
                </a:solidFill>
                <a:ea typeface="Calibri"/>
                <a:cs typeface="Calibri"/>
              </a:rPr>
              <a:t>API</a:t>
            </a:r>
            <a:endParaRPr lang="tr-TR" sz="1400" b="1" dirty="0">
              <a:solidFill>
                <a:srgbClr val="595959"/>
              </a:solidFill>
              <a:ea typeface="Calibri"/>
              <a:cs typeface="Calibri"/>
            </a:endParaRPr>
          </a:p>
          <a:p>
            <a:r>
              <a:rPr lang="tr-TR" sz="1400" b="1">
                <a:solidFill>
                  <a:srgbClr val="595959"/>
                </a:solidFill>
                <a:ea typeface="Calibri"/>
                <a:cs typeface="Calibri"/>
              </a:rPr>
              <a:t>Fonctions</a:t>
            </a:r>
            <a:endParaRPr lang="tr-TR" sz="1400" b="1" dirty="0">
              <a:solidFill>
                <a:srgbClr val="595959"/>
              </a:solidFill>
              <a:ea typeface="Calibri"/>
              <a:cs typeface="Calibri"/>
            </a:endParaRPr>
          </a:p>
          <a:p>
            <a:r>
              <a:rPr lang="tr-TR" sz="1400" b="1">
                <a:solidFill>
                  <a:srgbClr val="595959"/>
                </a:solidFill>
                <a:ea typeface="Calibri"/>
                <a:cs typeface="Calibri"/>
              </a:rPr>
              <a:t>ONNX</a:t>
            </a:r>
            <a:endParaRPr lang="tr-TR" sz="1400" b="1" dirty="0">
              <a:solidFill>
                <a:srgbClr val="595959"/>
              </a:solidFill>
              <a:ea typeface="Calibri"/>
              <a:cs typeface="Calibri"/>
            </a:endParaRPr>
          </a:p>
          <a:p>
            <a:pPr algn="ctr"/>
            <a:endParaRPr lang="fr-FR"/>
          </a:p>
        </p:txBody>
      </p:sp>
      <p:sp>
        <p:nvSpPr>
          <p:cNvPr id="57" name="ZoneTexte 56">
            <a:extLst>
              <a:ext uri="{FF2B5EF4-FFF2-40B4-BE49-F238E27FC236}">
                <a16:creationId xmlns:a16="http://schemas.microsoft.com/office/drawing/2014/main" id="{7E944985-724B-5885-4EE4-179C016A7AAE}"/>
              </a:ext>
            </a:extLst>
          </p:cNvPr>
          <p:cNvSpPr txBox="1"/>
          <p:nvPr/>
        </p:nvSpPr>
        <p:spPr>
          <a:xfrm>
            <a:off x="1632857" y="661307"/>
            <a:ext cx="1485900" cy="66941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tr-TR" sz="2400" b="1">
                <a:solidFill>
                  <a:srgbClr val="404040"/>
                </a:solidFill>
                <a:latin typeface="Calibri"/>
                <a:ea typeface="Calibri"/>
                <a:cs typeface="Calibri"/>
              </a:rPr>
              <a:t>CI CD</a:t>
            </a:r>
            <a:endParaRPr lang="fr-FR"/>
          </a:p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10376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Tm="0">
        <p14:doors dir="vert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550C46-0CB0-0D61-0E0B-B267DAAD40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3">
            <a:extLst>
              <a:ext uri="{FF2B5EF4-FFF2-40B4-BE49-F238E27FC236}">
                <a16:creationId xmlns:a16="http://schemas.microsoft.com/office/drawing/2014/main" id="{A145214E-820E-A4B4-8AA6-A2150C39C017}"/>
              </a:ext>
            </a:extLst>
          </p:cNvPr>
          <p:cNvGrpSpPr/>
          <p:nvPr/>
        </p:nvGrpSpPr>
        <p:grpSpPr>
          <a:xfrm>
            <a:off x="3607063" y="1058649"/>
            <a:ext cx="2125278" cy="1954450"/>
            <a:chOff x="5807955" y="4605844"/>
            <a:chExt cx="1524698" cy="1402144"/>
          </a:xfrm>
        </p:grpSpPr>
        <p:sp>
          <p:nvSpPr>
            <p:cNvPr id="13" name="文本框 5">
              <a:extLst>
                <a:ext uri="{FF2B5EF4-FFF2-40B4-BE49-F238E27FC236}">
                  <a16:creationId xmlns:a16="http://schemas.microsoft.com/office/drawing/2014/main" id="{484823A9-3800-CC03-F833-338F01E06554}"/>
                </a:ext>
              </a:extLst>
            </p:cNvPr>
            <p:cNvSpPr txBox="1"/>
            <p:nvPr/>
          </p:nvSpPr>
          <p:spPr>
            <a:xfrm>
              <a:off x="6641266" y="4954902"/>
              <a:ext cx="691387" cy="72864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6000" b="1" dirty="0">
                  <a:ea typeface="站酷高端黑" panose="02010600030101010101" pitchFamily="2" charset="-122"/>
                </a:rPr>
                <a:t>0</a:t>
              </a:r>
              <a:r>
                <a:rPr lang="tr-TR" altLang="zh-CN" sz="6000" b="1" dirty="0">
                  <a:ea typeface="站酷高端黑" panose="02010600030101010101" pitchFamily="2" charset="-122"/>
                </a:rPr>
                <a:t>4</a:t>
              </a:r>
              <a:endParaRPr lang="zh-CN" altLang="en-US" sz="6000" b="1" dirty="0">
                <a:ea typeface="站酷高端黑" panose="02010600030101010101" pitchFamily="2" charset="-122"/>
              </a:endParaRPr>
            </a:p>
          </p:txBody>
        </p:sp>
        <p:sp>
          <p:nvSpPr>
            <p:cNvPr id="14" name="弧形 5">
              <a:extLst>
                <a:ext uri="{FF2B5EF4-FFF2-40B4-BE49-F238E27FC236}">
                  <a16:creationId xmlns:a16="http://schemas.microsoft.com/office/drawing/2014/main" id="{75228330-D19E-BAD8-E758-C77B10A86075}"/>
                </a:ext>
              </a:extLst>
            </p:cNvPr>
            <p:cNvSpPr/>
            <p:nvPr/>
          </p:nvSpPr>
          <p:spPr>
            <a:xfrm rot="2700000">
              <a:off x="5884495" y="4686150"/>
              <a:ext cx="1249065" cy="1249065"/>
            </a:xfrm>
            <a:prstGeom prst="arc">
              <a:avLst>
                <a:gd name="adj1" fmla="val 20887794"/>
                <a:gd name="adj2" fmla="val 16988131"/>
              </a:avLst>
            </a:prstGeom>
            <a:ln>
              <a:solidFill>
                <a:srgbClr val="00B0F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8C864"/>
                </a:solidFill>
              </a:endParaRPr>
            </a:p>
          </p:txBody>
        </p:sp>
        <p:sp>
          <p:nvSpPr>
            <p:cNvPr id="15" name="弦形 6">
              <a:extLst>
                <a:ext uri="{FF2B5EF4-FFF2-40B4-BE49-F238E27FC236}">
                  <a16:creationId xmlns:a16="http://schemas.microsoft.com/office/drawing/2014/main" id="{F9E261CC-1BD7-2D52-8D85-87958CD474B5}"/>
                </a:ext>
              </a:extLst>
            </p:cNvPr>
            <p:cNvSpPr/>
            <p:nvPr/>
          </p:nvSpPr>
          <p:spPr>
            <a:xfrm>
              <a:off x="5807955" y="4605844"/>
              <a:ext cx="1402144" cy="1402144"/>
            </a:xfrm>
            <a:prstGeom prst="chord">
              <a:avLst>
                <a:gd name="adj1" fmla="val 4720851"/>
                <a:gd name="adj2" fmla="val 11040325"/>
              </a:avLst>
            </a:prstGeom>
            <a:solidFill>
              <a:srgbClr val="00B0F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8C864"/>
                </a:solidFill>
              </a:endParaRPr>
            </a:p>
          </p:txBody>
        </p:sp>
      </p:grpSp>
      <p:sp>
        <p:nvSpPr>
          <p:cNvPr id="16" name="矩形 69">
            <a:extLst>
              <a:ext uri="{FF2B5EF4-FFF2-40B4-BE49-F238E27FC236}">
                <a16:creationId xmlns:a16="http://schemas.microsoft.com/office/drawing/2014/main" id="{D1D0D471-8AAA-FD72-AEA0-CDE96DCCDE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2691" y="3163483"/>
            <a:ext cx="3034145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buNone/>
            </a:pPr>
            <a:r>
              <a:rPr lang="tr-TR" altLang="zh-CN" sz="3000" b="1">
                <a:solidFill>
                  <a:srgbClr val="ED7D31"/>
                </a:solidFill>
                <a:latin typeface="+mn-lt"/>
                <a:ea typeface="微软雅黑"/>
                <a:sym typeface="微软雅黑" panose="020B0503020204020204" pitchFamily="34" charset="-122"/>
              </a:rPr>
              <a:t>Conclusion</a:t>
            </a:r>
            <a:endParaRPr lang="fr-FR"/>
          </a:p>
        </p:txBody>
      </p:sp>
      <p:cxnSp>
        <p:nvCxnSpPr>
          <p:cNvPr id="17" name="直接连接符 9">
            <a:extLst>
              <a:ext uri="{FF2B5EF4-FFF2-40B4-BE49-F238E27FC236}">
                <a16:creationId xmlns:a16="http://schemas.microsoft.com/office/drawing/2014/main" id="{4C208395-DB0F-E50C-C0A7-486022D1DFA4}"/>
              </a:ext>
            </a:extLst>
          </p:cNvPr>
          <p:cNvCxnSpPr/>
          <p:nvPr/>
        </p:nvCxnSpPr>
        <p:spPr>
          <a:xfrm>
            <a:off x="1907704" y="3440482"/>
            <a:ext cx="1368152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0">
            <a:extLst>
              <a:ext uri="{FF2B5EF4-FFF2-40B4-BE49-F238E27FC236}">
                <a16:creationId xmlns:a16="http://schemas.microsoft.com/office/drawing/2014/main" id="{F23704D0-FBFF-F1C1-EC58-7EDEE96189E6}"/>
              </a:ext>
            </a:extLst>
          </p:cNvPr>
          <p:cNvCxnSpPr/>
          <p:nvPr/>
        </p:nvCxnSpPr>
        <p:spPr>
          <a:xfrm>
            <a:off x="6084168" y="3440482"/>
            <a:ext cx="1296144" cy="0"/>
          </a:xfrm>
          <a:prstGeom prst="line">
            <a:avLst/>
          </a:prstGeom>
          <a:ln w="95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Image 1" descr="Une image contenant Graphique, Police, cercle, logo&#10;&#10;Le contenu généré par l’IA peut être incorrect.">
            <a:extLst>
              <a:ext uri="{FF2B5EF4-FFF2-40B4-BE49-F238E27FC236}">
                <a16:creationId xmlns:a16="http://schemas.microsoft.com/office/drawing/2014/main" id="{E12F25DA-89E3-C249-CF95-BA6B8B8B3F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8384" y="818470"/>
            <a:ext cx="2543175" cy="242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113498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3250" advTm="0">
        <p15:prstTrans prst="origami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9" presetClass="entr" presetSubtype="0" accel="100000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20"/>
                                          </p:val>
                                        </p:tav>
                                        <p:tav tm="50000">
                                          <p:val>
                                            <p:strVal val="#ppt_h/2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3"/>
                                          </p:val>
                                        </p:tav>
                                        <p:tav tm="5000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/>
        </p:nvGrpSpPr>
        <p:grpSpPr>
          <a:xfrm>
            <a:off x="5377334" y="3438040"/>
            <a:ext cx="3192884" cy="610023"/>
            <a:chOff x="4854651" y="2406822"/>
            <a:chExt cx="3192924" cy="592625"/>
          </a:xfrm>
        </p:grpSpPr>
        <p:cxnSp>
          <p:nvCxnSpPr>
            <p:cNvPr id="9" name="Straight Connector 1"/>
            <p:cNvCxnSpPr/>
            <p:nvPr/>
          </p:nvCxnSpPr>
          <p:spPr>
            <a:xfrm>
              <a:off x="4854651" y="2540519"/>
              <a:ext cx="1484239" cy="1549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tailEnd type="oval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0" name="组合 9"/>
            <p:cNvGrpSpPr/>
            <p:nvPr/>
          </p:nvGrpSpPr>
          <p:grpSpPr>
            <a:xfrm>
              <a:off x="6412546" y="2406822"/>
              <a:ext cx="1635029" cy="592625"/>
              <a:chOff x="6412546" y="2406822"/>
              <a:chExt cx="1635029" cy="592625"/>
            </a:xfrm>
          </p:grpSpPr>
          <p:sp>
            <p:nvSpPr>
              <p:cNvPr id="11" name="Rounded Rectangle 43"/>
              <p:cNvSpPr/>
              <p:nvPr/>
            </p:nvSpPr>
            <p:spPr>
              <a:xfrm>
                <a:off x="6412546" y="2417674"/>
                <a:ext cx="817514" cy="220589"/>
              </a:xfrm>
              <a:prstGeom prst="roundRect">
                <a:avLst>
                  <a:gd name="adj" fmla="val 46832"/>
                </a:avLst>
              </a:prstGeom>
              <a:solidFill>
                <a:schemeClr val="accent4"/>
              </a:solidFill>
              <a:ln>
                <a:noFill/>
              </a:ln>
              <a:effectLst>
                <a:outerShdw blurRad="88900" dist="88900" dir="5400000" algn="t" rotWithShape="0">
                  <a:schemeClr val="tx1">
                    <a:lumMod val="75000"/>
                    <a:lumOff val="25000"/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1604">
                  <a:ea typeface="+mj-ea"/>
                </a:endParaRPr>
              </a:p>
            </p:txBody>
          </p:sp>
          <p:sp>
            <p:nvSpPr>
              <p:cNvPr id="12" name="TextBox 35"/>
              <p:cNvSpPr txBox="1"/>
              <p:nvPr/>
            </p:nvSpPr>
            <p:spPr>
              <a:xfrm>
                <a:off x="6573125" y="2406822"/>
                <a:ext cx="490846" cy="239199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0" anchor="t">
                <a:spAutoFit/>
              </a:bodyPr>
              <a:lstStyle/>
              <a:p>
                <a:pPr algn="ctr"/>
                <a:r>
                  <a:rPr lang="tr-TR" altLang="zh-CN" sz="1000" b="1">
                    <a:solidFill>
                      <a:schemeClr val="bg1"/>
                    </a:solidFill>
                    <a:ea typeface="黑体"/>
                  </a:rPr>
                  <a:t>Cloud</a:t>
                </a:r>
                <a:endParaRPr lang="id-ID" sz="1003" b="1" dirty="0">
                  <a:solidFill>
                    <a:schemeClr val="bg1"/>
                  </a:solidFill>
                  <a:ea typeface="+mj-ea"/>
                </a:endParaRPr>
              </a:p>
            </p:txBody>
          </p:sp>
          <p:sp>
            <p:nvSpPr>
              <p:cNvPr id="13" name="TextBox 36"/>
              <p:cNvSpPr txBox="1"/>
              <p:nvPr/>
            </p:nvSpPr>
            <p:spPr>
              <a:xfrm>
                <a:off x="6412546" y="2668431"/>
                <a:ext cx="1635029" cy="33101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altLang="zh-CN" sz="12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ea typeface="黑体"/>
                  </a:rPr>
                  <a:t>API + </a:t>
                </a:r>
                <a:r>
                  <a:rPr lang="en-US" altLang="zh-CN" sz="1200" dirty="0" err="1">
                    <a:solidFill>
                      <a:schemeClr val="tx1">
                        <a:lumMod val="75000"/>
                        <a:lumOff val="25000"/>
                      </a:schemeClr>
                    </a:solidFill>
                    <a:ea typeface="黑体"/>
                  </a:rPr>
                  <a:t>Streamlit</a:t>
                </a:r>
                <a:endParaRPr lang="fr-FR">
                  <a:solidFill>
                    <a:schemeClr val="tx1">
                      <a:lumMod val="75000"/>
                      <a:lumOff val="25000"/>
                    </a:schemeClr>
                  </a:solidFill>
                </a:endParaRPr>
              </a:p>
            </p:txBody>
          </p:sp>
        </p:grpSp>
      </p:grpSp>
      <p:grpSp>
        <p:nvGrpSpPr>
          <p:cNvPr id="14" name="组合 13"/>
          <p:cNvGrpSpPr/>
          <p:nvPr/>
        </p:nvGrpSpPr>
        <p:grpSpPr>
          <a:xfrm>
            <a:off x="1259676" y="1748133"/>
            <a:ext cx="2971059" cy="926818"/>
            <a:chOff x="1097890" y="1891967"/>
            <a:chExt cx="2971096" cy="900385"/>
          </a:xfrm>
        </p:grpSpPr>
        <p:sp>
          <p:nvSpPr>
            <p:cNvPr id="15" name="Rounded Rectangle 43"/>
            <p:cNvSpPr/>
            <p:nvPr/>
          </p:nvSpPr>
          <p:spPr>
            <a:xfrm>
              <a:off x="1952894" y="1917570"/>
              <a:ext cx="768382" cy="195578"/>
            </a:xfrm>
            <a:prstGeom prst="roundRect">
              <a:avLst>
                <a:gd name="adj" fmla="val 46832"/>
              </a:avLst>
            </a:prstGeom>
            <a:solidFill>
              <a:schemeClr val="accent1"/>
            </a:solidFill>
            <a:ln>
              <a:noFill/>
            </a:ln>
            <a:effectLst>
              <a:outerShdw blurRad="165100" dist="127000" dir="5400000" sx="92000" sy="92000" algn="t" rotWithShape="0">
                <a:prstClr val="black">
                  <a:alpha val="2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604">
                <a:ea typeface="+mj-ea"/>
              </a:endParaRPr>
            </a:p>
          </p:txBody>
        </p:sp>
        <p:sp>
          <p:nvSpPr>
            <p:cNvPr id="16" name="TextBox 115"/>
            <p:cNvSpPr txBox="1"/>
            <p:nvPr/>
          </p:nvSpPr>
          <p:spPr>
            <a:xfrm>
              <a:off x="2151773" y="1891967"/>
              <a:ext cx="370619" cy="239199"/>
            </a:xfrm>
            <a:prstGeom prst="rect">
              <a:avLst/>
            </a:prstGeom>
            <a:noFill/>
          </p:spPr>
          <p:txBody>
            <a:bodyPr wrap="none" lIns="91440" tIns="45720" rIns="91440" bIns="45720" rtlCol="0" anchor="t">
              <a:spAutoFit/>
            </a:bodyPr>
            <a:lstStyle/>
            <a:p>
              <a:pPr algn="ctr"/>
              <a:r>
                <a:rPr lang="tr-TR" altLang="zh-CN" sz="1000" b="1">
                  <a:solidFill>
                    <a:schemeClr val="bg1"/>
                  </a:solidFill>
                  <a:ea typeface="黑体"/>
                </a:rPr>
                <a:t>ALL</a:t>
              </a:r>
              <a:endParaRPr lang="fr-FR">
                <a:ea typeface="+mj-ea"/>
              </a:endParaRPr>
            </a:p>
          </p:txBody>
        </p:sp>
        <p:cxnSp>
          <p:nvCxnSpPr>
            <p:cNvPr id="17" name="Straight Connector 1"/>
            <p:cNvCxnSpPr/>
            <p:nvPr/>
          </p:nvCxnSpPr>
          <p:spPr>
            <a:xfrm flipH="1">
              <a:off x="2835798" y="2008102"/>
              <a:ext cx="1233188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tailEnd type="oval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17"/>
            <p:cNvSpPr txBox="1"/>
            <p:nvPr/>
          </p:nvSpPr>
          <p:spPr>
            <a:xfrm>
              <a:off x="1097890" y="2192237"/>
              <a:ext cx="1635029" cy="600115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altLang="zh-CN" sz="1200">
                  <a:solidFill>
                    <a:schemeClr val="tx1">
                      <a:lumMod val="75000"/>
                      <a:lumOff val="25000"/>
                    </a:schemeClr>
                  </a:solidFill>
                  <a:ea typeface="黑体"/>
                </a:rPr>
                <a:t>Prometheus</a:t>
              </a:r>
              <a:endParaRPr lang="en-US" altLang="zh-CN" sz="1200">
                <a:solidFill>
                  <a:schemeClr val="tx1">
                    <a:lumMod val="75000"/>
                    <a:lumOff val="25000"/>
                  </a:schemeClr>
                </a:solidFill>
                <a:ea typeface="黑体"/>
                <a:cs typeface="Calibri"/>
              </a:endParaRPr>
            </a:p>
            <a:p>
              <a:pPr algn="r">
                <a:lnSpc>
                  <a:spcPct val="150000"/>
                </a:lnSpc>
              </a:pPr>
              <a:r>
                <a:rPr lang="en-US" altLang="zh-CN" sz="1200">
                  <a:solidFill>
                    <a:schemeClr val="tx1">
                      <a:lumMod val="75000"/>
                      <a:lumOff val="25000"/>
                    </a:schemeClr>
                  </a:solidFill>
                  <a:ea typeface="黑体"/>
                  <a:cs typeface="Calibri"/>
                </a:rPr>
                <a:t>Grafana</a:t>
              </a:r>
              <a:endParaRPr lang="en-US" altLang="zh-CN" sz="1200" dirty="0">
                <a:solidFill>
                  <a:schemeClr val="tx1">
                    <a:lumMod val="75000"/>
                    <a:lumOff val="25000"/>
                  </a:schemeClr>
                </a:solidFill>
                <a:ea typeface="黑体"/>
                <a:cs typeface="Calibri"/>
              </a:endParaRPr>
            </a:p>
          </p:txBody>
        </p:sp>
      </p:grpSp>
      <p:grpSp>
        <p:nvGrpSpPr>
          <p:cNvPr id="19" name="组合 18"/>
          <p:cNvGrpSpPr/>
          <p:nvPr/>
        </p:nvGrpSpPr>
        <p:grpSpPr>
          <a:xfrm>
            <a:off x="1297164" y="3009984"/>
            <a:ext cx="2971059" cy="624464"/>
            <a:chOff x="1097890" y="3117831"/>
            <a:chExt cx="2971096" cy="606654"/>
          </a:xfrm>
        </p:grpSpPr>
        <p:sp>
          <p:nvSpPr>
            <p:cNvPr id="20" name="Rounded Rectangle 43"/>
            <p:cNvSpPr/>
            <p:nvPr/>
          </p:nvSpPr>
          <p:spPr>
            <a:xfrm>
              <a:off x="1915404" y="3141706"/>
              <a:ext cx="805872" cy="201686"/>
            </a:xfrm>
            <a:prstGeom prst="roundRect">
              <a:avLst>
                <a:gd name="adj" fmla="val 46832"/>
              </a:avLst>
            </a:prstGeom>
            <a:solidFill>
              <a:schemeClr val="accent3"/>
            </a:solidFill>
            <a:ln>
              <a:noFill/>
            </a:ln>
            <a:effectLst>
              <a:outerShdw blurRad="215900" dist="114300" dir="3240000" sx="97000" sy="97000" algn="t" rotWithShape="0">
                <a:prstClr val="black">
                  <a:alpha val="26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 sz="1604">
                <a:ea typeface="+mj-ea"/>
              </a:endParaRPr>
            </a:p>
          </p:txBody>
        </p:sp>
        <p:sp>
          <p:nvSpPr>
            <p:cNvPr id="21" name="TextBox 120"/>
            <p:cNvSpPr txBox="1"/>
            <p:nvPr/>
          </p:nvSpPr>
          <p:spPr>
            <a:xfrm>
              <a:off x="2113591" y="3117831"/>
              <a:ext cx="417107" cy="239199"/>
            </a:xfrm>
            <a:prstGeom prst="rect">
              <a:avLst/>
            </a:prstGeom>
            <a:noFill/>
          </p:spPr>
          <p:txBody>
            <a:bodyPr wrap="none" lIns="91440" tIns="45720" rIns="91440" bIns="45720" rtlCol="0" anchor="t">
              <a:spAutoFit/>
            </a:bodyPr>
            <a:lstStyle/>
            <a:p>
              <a:pPr algn="ctr"/>
              <a:r>
                <a:rPr lang="tr-TR" altLang="zh-CN" sz="1000" b="1">
                  <a:solidFill>
                    <a:schemeClr val="bg1"/>
                  </a:solidFill>
                  <a:ea typeface="黑体"/>
                </a:rPr>
                <a:t>BDD</a:t>
              </a:r>
              <a:endParaRPr lang="fr-FR">
                <a:ea typeface="+mj-ea"/>
              </a:endParaRPr>
            </a:p>
          </p:txBody>
        </p:sp>
        <p:cxnSp>
          <p:nvCxnSpPr>
            <p:cNvPr id="22" name="Straight Connector 1"/>
            <p:cNvCxnSpPr/>
            <p:nvPr/>
          </p:nvCxnSpPr>
          <p:spPr>
            <a:xfrm flipH="1">
              <a:off x="2835798" y="3215712"/>
              <a:ext cx="1233188" cy="22634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tailEnd type="oval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TextBox 122"/>
            <p:cNvSpPr txBox="1"/>
            <p:nvPr/>
          </p:nvSpPr>
          <p:spPr>
            <a:xfrm>
              <a:off x="1097890" y="3393469"/>
              <a:ext cx="1635029" cy="331016"/>
            </a:xfrm>
            <a:prstGeom prst="rect">
              <a:avLst/>
            </a:prstGeom>
            <a:noFill/>
          </p:spPr>
          <p:txBody>
            <a:bodyPr wrap="square" lIns="91440" tIns="45720" rIns="91440" bIns="45720" rtlCol="0" anchor="t">
              <a:spAutoFit/>
            </a:bodyPr>
            <a:lstStyle/>
            <a:p>
              <a:pPr algn="r">
                <a:lnSpc>
                  <a:spcPct val="150000"/>
                </a:lnSpc>
              </a:pPr>
              <a:r>
                <a:rPr lang="en-US" altLang="zh-CN" sz="1200" dirty="0" err="1">
                  <a:solidFill>
                    <a:schemeClr val="tx1">
                      <a:lumMod val="75000"/>
                      <a:lumOff val="25000"/>
                    </a:schemeClr>
                  </a:solidFill>
                  <a:ea typeface="黑体"/>
                </a:rPr>
                <a:t>Supabase</a:t>
              </a:r>
              <a:endParaRPr lang="fr-FR" dirty="0" err="1">
                <a:ea typeface="+mj-ea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5053878" y="2278102"/>
            <a:ext cx="3192884" cy="610023"/>
            <a:chOff x="4854651" y="2406822"/>
            <a:chExt cx="3192924" cy="592625"/>
          </a:xfrm>
        </p:grpSpPr>
        <p:cxnSp>
          <p:nvCxnSpPr>
            <p:cNvPr id="25" name="Straight Connector 1"/>
            <p:cNvCxnSpPr/>
            <p:nvPr/>
          </p:nvCxnSpPr>
          <p:spPr>
            <a:xfrm>
              <a:off x="4854651" y="2540519"/>
              <a:ext cx="1484239" cy="1549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  <a:tailEnd type="oval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6" name="组合 25"/>
            <p:cNvGrpSpPr/>
            <p:nvPr/>
          </p:nvGrpSpPr>
          <p:grpSpPr>
            <a:xfrm>
              <a:off x="6412546" y="2406822"/>
              <a:ext cx="1635029" cy="592625"/>
              <a:chOff x="6412546" y="2406822"/>
              <a:chExt cx="1635029" cy="592625"/>
            </a:xfrm>
          </p:grpSpPr>
          <p:sp>
            <p:nvSpPr>
              <p:cNvPr id="27" name="Rounded Rectangle 43"/>
              <p:cNvSpPr/>
              <p:nvPr/>
            </p:nvSpPr>
            <p:spPr>
              <a:xfrm>
                <a:off x="6412546" y="2417674"/>
                <a:ext cx="817514" cy="220589"/>
              </a:xfrm>
              <a:prstGeom prst="roundRect">
                <a:avLst>
                  <a:gd name="adj" fmla="val 46832"/>
                </a:avLst>
              </a:prstGeom>
              <a:solidFill>
                <a:schemeClr val="accent2"/>
              </a:solidFill>
              <a:ln>
                <a:noFill/>
              </a:ln>
              <a:effectLst>
                <a:outerShdw blurRad="88900" dist="88900" dir="5400000" algn="t" rotWithShape="0">
                  <a:schemeClr val="tx1">
                    <a:lumMod val="75000"/>
                    <a:lumOff val="25000"/>
                    <a:alpha val="32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id-ID" sz="1604">
                  <a:ea typeface="+mj-ea"/>
                </a:endParaRPr>
              </a:p>
            </p:txBody>
          </p:sp>
          <p:sp>
            <p:nvSpPr>
              <p:cNvPr id="28" name="TextBox 127"/>
              <p:cNvSpPr txBox="1"/>
              <p:nvPr/>
            </p:nvSpPr>
            <p:spPr>
              <a:xfrm>
                <a:off x="6529041" y="2406822"/>
                <a:ext cx="579013" cy="239199"/>
              </a:xfrm>
              <a:prstGeom prst="rect">
                <a:avLst/>
              </a:prstGeom>
              <a:noFill/>
            </p:spPr>
            <p:txBody>
              <a:bodyPr wrap="none" lIns="91440" tIns="45720" rIns="91440" bIns="45720" rtlCol="0" anchor="t">
                <a:spAutoFit/>
              </a:bodyPr>
              <a:lstStyle/>
              <a:p>
                <a:pPr algn="ctr"/>
                <a:r>
                  <a:rPr lang="tr-TR" altLang="zh-CN" sz="1000" b="1">
                    <a:solidFill>
                      <a:schemeClr val="bg1"/>
                    </a:solidFill>
                    <a:ea typeface="黑体"/>
                  </a:rPr>
                  <a:t>Git hub</a:t>
                </a:r>
                <a:endParaRPr lang="id-ID" sz="1003" b="1" dirty="0">
                  <a:solidFill>
                    <a:schemeClr val="bg1"/>
                  </a:solidFill>
                  <a:ea typeface="+mj-ea"/>
                </a:endParaRPr>
              </a:p>
            </p:txBody>
          </p:sp>
          <p:sp>
            <p:nvSpPr>
              <p:cNvPr id="29" name="TextBox 128"/>
              <p:cNvSpPr txBox="1"/>
              <p:nvPr/>
            </p:nvSpPr>
            <p:spPr>
              <a:xfrm>
                <a:off x="6412546" y="2668431"/>
                <a:ext cx="1635029" cy="331016"/>
              </a:xfrm>
              <a:prstGeom prst="rect">
                <a:avLst/>
              </a:prstGeom>
              <a:noFill/>
            </p:spPr>
            <p:txBody>
              <a:bodyPr wrap="square" lIns="91440" tIns="45720" rIns="91440" bIns="45720" rtlCol="0" anchor="t">
                <a:spAutoFit/>
              </a:bodyPr>
              <a:lstStyle/>
              <a:p>
                <a:pPr>
                  <a:lnSpc>
                    <a:spcPct val="150000"/>
                  </a:lnSpc>
                </a:pPr>
                <a:endParaRPr lang="en-US" altLang="zh-CN" sz="1200" dirty="0">
                  <a:solidFill>
                    <a:schemeClr val="tx1">
                      <a:lumMod val="75000"/>
                      <a:lumOff val="25000"/>
                    </a:schemeClr>
                  </a:solidFill>
                  <a:ea typeface="黑体"/>
                  <a:cs typeface="Calibri"/>
                </a:endParaRPr>
              </a:p>
            </p:txBody>
          </p:sp>
        </p:grpSp>
      </p:grpSp>
      <p:sp>
        <p:nvSpPr>
          <p:cNvPr id="30" name="Freeform 6"/>
          <p:cNvSpPr/>
          <p:nvPr/>
        </p:nvSpPr>
        <p:spPr bwMode="auto">
          <a:xfrm>
            <a:off x="4115157" y="1272313"/>
            <a:ext cx="938722" cy="839624"/>
          </a:xfrm>
          <a:custGeom>
            <a:avLst/>
            <a:gdLst>
              <a:gd name="T0" fmla="*/ 0 w 267"/>
              <a:gd name="T1" fmla="*/ 232 h 232"/>
              <a:gd name="T2" fmla="*/ 135 w 267"/>
              <a:gd name="T3" fmla="*/ 0 h 232"/>
              <a:gd name="T4" fmla="*/ 267 w 267"/>
              <a:gd name="T5" fmla="*/ 232 h 232"/>
              <a:gd name="T6" fmla="*/ 0 w 267"/>
              <a:gd name="T7" fmla="*/ 232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67" h="232">
                <a:moveTo>
                  <a:pt x="0" y="232"/>
                </a:moveTo>
                <a:lnTo>
                  <a:pt x="135" y="0"/>
                </a:lnTo>
                <a:lnTo>
                  <a:pt x="267" y="232"/>
                </a:lnTo>
                <a:lnTo>
                  <a:pt x="0" y="232"/>
                </a:lnTo>
                <a:close/>
              </a:path>
            </a:pathLst>
          </a:custGeom>
          <a:solidFill>
            <a:schemeClr val="accent1"/>
          </a:solidFill>
          <a:ln w="5" cap="flat">
            <a:noFill/>
            <a:prstDash val="solid"/>
            <a:miter lim="800000"/>
          </a:ln>
        </p:spPr>
        <p:txBody>
          <a:bodyPr vert="horz" wrap="square" lIns="92362" tIns="46181" rIns="92362" bIns="46181" numCol="1" anchor="b" anchorCtr="0" compatLnSpc="1"/>
          <a:lstStyle/>
          <a:p>
            <a:pPr algn="ctr"/>
            <a:r>
              <a:rPr lang="tr-TR" altLang="zh-CN" sz="1600" b="1">
                <a:solidFill>
                  <a:schemeClr val="bg1"/>
                </a:solidFill>
                <a:ea typeface="微软雅黑"/>
              </a:rPr>
              <a:t>Metrics</a:t>
            </a:r>
            <a:endParaRPr lang="zh-CN" altLang="en-US" sz="1600" b="1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31" name="Freeform 7"/>
          <p:cNvSpPr/>
          <p:nvPr/>
        </p:nvSpPr>
        <p:spPr bwMode="auto">
          <a:xfrm>
            <a:off x="3791702" y="2289278"/>
            <a:ext cx="1585632" cy="394479"/>
          </a:xfrm>
          <a:custGeom>
            <a:avLst/>
            <a:gdLst>
              <a:gd name="T0" fmla="*/ 0 w 451"/>
              <a:gd name="T1" fmla="*/ 109 h 109"/>
              <a:gd name="T2" fmla="*/ 64 w 451"/>
              <a:gd name="T3" fmla="*/ 0 h 109"/>
              <a:gd name="T4" fmla="*/ 387 w 451"/>
              <a:gd name="T5" fmla="*/ 0 h 109"/>
              <a:gd name="T6" fmla="*/ 451 w 451"/>
              <a:gd name="T7" fmla="*/ 109 h 109"/>
              <a:gd name="T8" fmla="*/ 0 w 451"/>
              <a:gd name="T9" fmla="*/ 109 h 10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51" h="109">
                <a:moveTo>
                  <a:pt x="0" y="109"/>
                </a:moveTo>
                <a:lnTo>
                  <a:pt x="64" y="0"/>
                </a:lnTo>
                <a:lnTo>
                  <a:pt x="387" y="0"/>
                </a:lnTo>
                <a:lnTo>
                  <a:pt x="451" y="109"/>
                </a:lnTo>
                <a:lnTo>
                  <a:pt x="0" y="109"/>
                </a:lnTo>
                <a:close/>
              </a:path>
            </a:pathLst>
          </a:custGeom>
          <a:solidFill>
            <a:schemeClr val="accent2"/>
          </a:solidFill>
          <a:ln w="5" cap="flat">
            <a:noFill/>
            <a:prstDash val="solid"/>
            <a:miter lim="800000"/>
          </a:ln>
        </p:spPr>
        <p:txBody>
          <a:bodyPr vert="horz" wrap="square" lIns="92362" tIns="46181" rIns="92362" bIns="46181" numCol="1" anchor="ctr" anchorCtr="0" compatLnSpc="1"/>
          <a:lstStyle/>
          <a:p>
            <a:pPr algn="ctr"/>
            <a:r>
              <a:rPr lang="tr-TR" altLang="zh-CN" sz="1600" b="1">
                <a:solidFill>
                  <a:schemeClr val="bg1"/>
                </a:solidFill>
                <a:ea typeface="微软雅黑"/>
              </a:rPr>
              <a:t>CI CD</a:t>
            </a:r>
            <a:endParaRPr lang="zh-CN" altLang="en-US" sz="1600" b="1" dirty="0">
              <a:solidFill>
                <a:schemeClr val="bg1"/>
              </a:solidFill>
              <a:ea typeface="微软雅黑" panose="020B0503020204020204" pitchFamily="34" charset="-122"/>
            </a:endParaRPr>
          </a:p>
        </p:txBody>
      </p:sp>
      <p:sp>
        <p:nvSpPr>
          <p:cNvPr id="32" name="Freeform 8"/>
          <p:cNvSpPr/>
          <p:nvPr/>
        </p:nvSpPr>
        <p:spPr bwMode="auto">
          <a:xfrm>
            <a:off x="3475283" y="2864709"/>
            <a:ext cx="2225509" cy="390860"/>
          </a:xfrm>
          <a:custGeom>
            <a:avLst/>
            <a:gdLst>
              <a:gd name="T0" fmla="*/ 0 w 633"/>
              <a:gd name="T1" fmla="*/ 108 h 108"/>
              <a:gd name="T2" fmla="*/ 62 w 633"/>
              <a:gd name="T3" fmla="*/ 0 h 108"/>
              <a:gd name="T4" fmla="*/ 570 w 633"/>
              <a:gd name="T5" fmla="*/ 0 h 108"/>
              <a:gd name="T6" fmla="*/ 633 w 633"/>
              <a:gd name="T7" fmla="*/ 108 h 108"/>
              <a:gd name="T8" fmla="*/ 0 w 633"/>
              <a:gd name="T9" fmla="*/ 108 h 10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33" h="108">
                <a:moveTo>
                  <a:pt x="0" y="108"/>
                </a:moveTo>
                <a:lnTo>
                  <a:pt x="62" y="0"/>
                </a:lnTo>
                <a:lnTo>
                  <a:pt x="570" y="0"/>
                </a:lnTo>
                <a:lnTo>
                  <a:pt x="633" y="108"/>
                </a:lnTo>
                <a:lnTo>
                  <a:pt x="0" y="108"/>
                </a:lnTo>
                <a:close/>
              </a:path>
            </a:pathLst>
          </a:custGeom>
          <a:solidFill>
            <a:schemeClr val="accent3"/>
          </a:solidFill>
          <a:ln w="5" cap="flat">
            <a:noFill/>
            <a:prstDash val="solid"/>
            <a:miter lim="800000"/>
          </a:ln>
        </p:spPr>
        <p:txBody>
          <a:bodyPr vert="horz" wrap="square" lIns="92362" tIns="46181" rIns="92362" bIns="46181" numCol="1" anchor="ctr" anchorCtr="0" compatLnSpc="1"/>
          <a:lstStyle/>
          <a:p>
            <a:pPr algn="ctr"/>
            <a:r>
              <a:rPr lang="tr-TR" altLang="zh-CN" sz="1600" b="1">
                <a:solidFill>
                  <a:schemeClr val="bg1"/>
                </a:solidFill>
                <a:ea typeface="微软雅黑"/>
              </a:rPr>
              <a:t>Data</a:t>
            </a:r>
            <a:endParaRPr lang="fr-FR" altLang="zh-CN"/>
          </a:p>
        </p:txBody>
      </p:sp>
      <p:sp>
        <p:nvSpPr>
          <p:cNvPr id="33" name="Freeform 10"/>
          <p:cNvSpPr/>
          <p:nvPr/>
        </p:nvSpPr>
        <p:spPr bwMode="auto">
          <a:xfrm>
            <a:off x="4115158" y="2111939"/>
            <a:ext cx="1037166" cy="177335"/>
          </a:xfrm>
          <a:custGeom>
            <a:avLst/>
            <a:gdLst>
              <a:gd name="T0" fmla="*/ 0 w 295"/>
              <a:gd name="T1" fmla="*/ 0 h 49"/>
              <a:gd name="T2" fmla="*/ 206 w 295"/>
              <a:gd name="T3" fmla="*/ 0 h 49"/>
              <a:gd name="T4" fmla="*/ 295 w 295"/>
              <a:gd name="T5" fmla="*/ 49 h 49"/>
              <a:gd name="T6" fmla="*/ 90 w 295"/>
              <a:gd name="T7" fmla="*/ 49 h 49"/>
              <a:gd name="T8" fmla="*/ 0 w 295"/>
              <a:gd name="T9" fmla="*/ 0 h 4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295" h="49">
                <a:moveTo>
                  <a:pt x="0" y="0"/>
                </a:moveTo>
                <a:lnTo>
                  <a:pt x="206" y="0"/>
                </a:lnTo>
                <a:lnTo>
                  <a:pt x="295" y="49"/>
                </a:lnTo>
                <a:lnTo>
                  <a:pt x="90" y="49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  <a:alpha val="79000"/>
            </a:schemeClr>
          </a:solidFill>
          <a:ln w="5" cap="flat">
            <a:noFill/>
            <a:prstDash val="solid"/>
            <a:miter lim="800000"/>
          </a:ln>
        </p:spPr>
        <p:txBody>
          <a:bodyPr vert="horz" wrap="square" lIns="92362" tIns="46181" rIns="92362" bIns="46181" numCol="1" anchor="t" anchorCtr="0" compatLnSpc="1"/>
          <a:lstStyle/>
          <a:p>
            <a:endParaRPr lang="zh-CN" altLang="en-US" sz="1604"/>
          </a:p>
        </p:txBody>
      </p:sp>
      <p:sp>
        <p:nvSpPr>
          <p:cNvPr id="34" name="Freeform 11"/>
          <p:cNvSpPr/>
          <p:nvPr/>
        </p:nvSpPr>
        <p:spPr bwMode="auto">
          <a:xfrm>
            <a:off x="3791703" y="2683756"/>
            <a:ext cx="1687590" cy="180954"/>
          </a:xfrm>
          <a:custGeom>
            <a:avLst/>
            <a:gdLst>
              <a:gd name="T0" fmla="*/ 0 w 480"/>
              <a:gd name="T1" fmla="*/ 0 h 50"/>
              <a:gd name="T2" fmla="*/ 333 w 480"/>
              <a:gd name="T3" fmla="*/ 0 h 50"/>
              <a:gd name="T4" fmla="*/ 480 w 480"/>
              <a:gd name="T5" fmla="*/ 50 h 50"/>
              <a:gd name="T6" fmla="*/ 146 w 480"/>
              <a:gd name="T7" fmla="*/ 50 h 50"/>
              <a:gd name="T8" fmla="*/ 0 w 480"/>
              <a:gd name="T9" fmla="*/ 0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480" h="50">
                <a:moveTo>
                  <a:pt x="0" y="0"/>
                </a:moveTo>
                <a:lnTo>
                  <a:pt x="333" y="0"/>
                </a:lnTo>
                <a:lnTo>
                  <a:pt x="480" y="50"/>
                </a:lnTo>
                <a:lnTo>
                  <a:pt x="146" y="5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  <a:alpha val="79000"/>
            </a:schemeClr>
          </a:solidFill>
          <a:ln w="5" cap="flat">
            <a:noFill/>
            <a:prstDash val="solid"/>
            <a:miter lim="800000"/>
          </a:ln>
        </p:spPr>
        <p:txBody>
          <a:bodyPr vert="horz" wrap="square" lIns="92362" tIns="46181" rIns="92362" bIns="46181" numCol="1" anchor="t" anchorCtr="0" compatLnSpc="1"/>
          <a:lstStyle/>
          <a:p>
            <a:endParaRPr lang="zh-CN" altLang="en-US" sz="1604"/>
          </a:p>
        </p:txBody>
      </p:sp>
      <p:sp>
        <p:nvSpPr>
          <p:cNvPr id="35" name="Freeform 12"/>
          <p:cNvSpPr/>
          <p:nvPr/>
        </p:nvSpPr>
        <p:spPr bwMode="auto">
          <a:xfrm>
            <a:off x="3475279" y="3255569"/>
            <a:ext cx="2327467" cy="180954"/>
          </a:xfrm>
          <a:custGeom>
            <a:avLst/>
            <a:gdLst>
              <a:gd name="T0" fmla="*/ 0 w 662"/>
              <a:gd name="T1" fmla="*/ 0 h 50"/>
              <a:gd name="T2" fmla="*/ 461 w 662"/>
              <a:gd name="T3" fmla="*/ 0 h 50"/>
              <a:gd name="T4" fmla="*/ 662 w 662"/>
              <a:gd name="T5" fmla="*/ 50 h 50"/>
              <a:gd name="T6" fmla="*/ 201 w 662"/>
              <a:gd name="T7" fmla="*/ 50 h 50"/>
              <a:gd name="T8" fmla="*/ 0 w 662"/>
              <a:gd name="T9" fmla="*/ 0 h 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662" h="50">
                <a:moveTo>
                  <a:pt x="0" y="0"/>
                </a:moveTo>
                <a:lnTo>
                  <a:pt x="461" y="0"/>
                </a:lnTo>
                <a:lnTo>
                  <a:pt x="662" y="50"/>
                </a:lnTo>
                <a:lnTo>
                  <a:pt x="201" y="50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lumMod val="75000"/>
              <a:alpha val="79000"/>
            </a:schemeClr>
          </a:solidFill>
          <a:ln w="5" cap="flat">
            <a:noFill/>
            <a:prstDash val="solid"/>
            <a:miter lim="800000"/>
          </a:ln>
        </p:spPr>
        <p:txBody>
          <a:bodyPr vert="horz" wrap="square" lIns="92362" tIns="46181" rIns="92362" bIns="46181" numCol="1" anchor="t" anchorCtr="0" compatLnSpc="1"/>
          <a:lstStyle/>
          <a:p>
            <a:endParaRPr lang="zh-CN" altLang="en-US" sz="1604"/>
          </a:p>
        </p:txBody>
      </p:sp>
      <p:sp>
        <p:nvSpPr>
          <p:cNvPr id="36" name="Freeform 9"/>
          <p:cNvSpPr/>
          <p:nvPr/>
        </p:nvSpPr>
        <p:spPr bwMode="auto">
          <a:xfrm>
            <a:off x="2986580" y="3436520"/>
            <a:ext cx="3206420" cy="694861"/>
          </a:xfrm>
          <a:custGeom>
            <a:avLst/>
            <a:gdLst>
              <a:gd name="T0" fmla="*/ 0 w 912"/>
              <a:gd name="T1" fmla="*/ 192 h 192"/>
              <a:gd name="T2" fmla="*/ 111 w 912"/>
              <a:gd name="T3" fmla="*/ 0 h 192"/>
              <a:gd name="T4" fmla="*/ 801 w 912"/>
              <a:gd name="T5" fmla="*/ 0 h 192"/>
              <a:gd name="T6" fmla="*/ 912 w 912"/>
              <a:gd name="T7" fmla="*/ 192 h 192"/>
              <a:gd name="T8" fmla="*/ 0 w 912"/>
              <a:gd name="T9" fmla="*/ 192 h 1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</a:cxnLst>
            <a:rect l="0" t="0" r="r" b="b"/>
            <a:pathLst>
              <a:path w="912" h="192">
                <a:moveTo>
                  <a:pt x="0" y="192"/>
                </a:moveTo>
                <a:lnTo>
                  <a:pt x="111" y="0"/>
                </a:lnTo>
                <a:lnTo>
                  <a:pt x="801" y="0"/>
                </a:lnTo>
                <a:lnTo>
                  <a:pt x="912" y="192"/>
                </a:lnTo>
                <a:lnTo>
                  <a:pt x="0" y="192"/>
                </a:lnTo>
                <a:close/>
              </a:path>
            </a:pathLst>
          </a:custGeom>
          <a:solidFill>
            <a:schemeClr val="accent4"/>
          </a:solidFill>
          <a:ln w="5" cap="flat">
            <a:noFill/>
            <a:prstDash val="solid"/>
            <a:miter lim="800000"/>
          </a:ln>
          <a:effectLst>
            <a:outerShdw blurRad="114300" dist="38100" dir="5400000" algn="t" rotWithShape="0">
              <a:prstClr val="black">
                <a:alpha val="23000"/>
              </a:prstClr>
            </a:outerShdw>
          </a:effectLst>
        </p:spPr>
        <p:txBody>
          <a:bodyPr vert="horz" wrap="square" lIns="92362" tIns="46181" rIns="92362" bIns="46181" numCol="1" anchor="ctr" anchorCtr="0" compatLnSpc="1"/>
          <a:lstStyle/>
          <a:p>
            <a:pPr algn="ctr"/>
            <a:r>
              <a:rPr lang="tr-TR" altLang="zh-CN" sz="1600" b="1">
                <a:solidFill>
                  <a:schemeClr val="bg1"/>
                </a:solidFill>
                <a:ea typeface="微软雅黑"/>
              </a:rPr>
              <a:t>Cloud</a:t>
            </a:r>
            <a:endParaRPr lang="fr-FR"/>
          </a:p>
        </p:txBody>
      </p:sp>
      <p:grpSp>
        <p:nvGrpSpPr>
          <p:cNvPr id="37" name="组合 3"/>
          <p:cNvGrpSpPr/>
          <p:nvPr/>
        </p:nvGrpSpPr>
        <p:grpSpPr>
          <a:xfrm>
            <a:off x="293117" y="196803"/>
            <a:ext cx="1690413" cy="461665"/>
            <a:chOff x="585861" y="258195"/>
            <a:chExt cx="2253883" cy="615553"/>
          </a:xfrm>
        </p:grpSpPr>
        <p:sp>
          <p:nvSpPr>
            <p:cNvPr id="38" name="文本框 23"/>
            <p:cNvSpPr txBox="1"/>
            <p:nvPr/>
          </p:nvSpPr>
          <p:spPr>
            <a:xfrm>
              <a:off x="738316" y="258195"/>
              <a:ext cx="2101428" cy="615553"/>
            </a:xfrm>
            <a:prstGeom prst="rect">
              <a:avLst/>
            </a:prstGeom>
            <a:noFill/>
          </p:spPr>
          <p:txBody>
            <a:bodyPr wrap="none" lIns="91440" tIns="45720" rIns="91440" bIns="45720" rtlCol="0" anchor="t">
              <a:spAutoFit/>
            </a:bodyPr>
            <a:lstStyle/>
            <a:p>
              <a:r>
                <a:rPr lang="tr-TR" altLang="zh-CN" sz="2400" b="1">
                  <a:solidFill>
                    <a:schemeClr val="tx1">
                      <a:lumMod val="75000"/>
                      <a:lumOff val="2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ea typeface="微软雅黑"/>
                </a:rPr>
                <a:t>Conclusion</a:t>
              </a:r>
              <a:endParaRPr lang="fr-FR" altLang="zh-CN"/>
            </a:p>
          </p:txBody>
        </p:sp>
        <p:sp>
          <p:nvSpPr>
            <p:cNvPr id="39" name="等腰三角形 5"/>
            <p:cNvSpPr/>
            <p:nvPr/>
          </p:nvSpPr>
          <p:spPr>
            <a:xfrm rot="16200000" flipH="1" flipV="1">
              <a:off x="509927" y="489745"/>
              <a:ext cx="304323" cy="152455"/>
            </a:xfrm>
            <a:prstGeom prst="triangle">
              <a:avLst/>
            </a:prstGeom>
            <a:solidFill>
              <a:srgbClr val="00B0F0"/>
            </a:solidFill>
            <a:ln w="28575"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400">
                <a:solidFill>
                  <a:srgbClr val="080808"/>
                </a:solidFill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2236901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Tm="0">
        <p15:prstTrans prst="peelOff"/>
      </p:transition>
    </mc:Choice>
    <mc:Fallback xmlns="">
      <p:transition spd="slow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3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6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900"/>
                            </p:stCondLst>
                            <p:childTnLst>
                              <p:par>
                                <p:cTn id="1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2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500"/>
                            </p:stCondLst>
                            <p:childTnLst>
                              <p:par>
                                <p:cTn id="25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1800"/>
                            </p:stCondLst>
                            <p:childTnLst>
                              <p:par>
                                <p:cTn id="2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2100"/>
                            </p:stCondLst>
                            <p:childTnLst>
                              <p:par>
                                <p:cTn id="33" presetID="2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PRESENTER" val="5cf082660b0362a133f177d48137cceba3e4b17"/>
</p:tagLst>
</file>

<file path=ppt/theme/theme1.xml><?xml version="1.0" encoding="utf-8"?>
<a:theme xmlns:a="http://schemas.openxmlformats.org/drawingml/2006/main" name="Analysis Consultant Google Slides，Freepptbackgrounds.net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mbria-Calibri">
      <a:majorFont>
        <a:latin typeface="Cambria" panose="02040503050406030204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105</TotalTime>
  <Words>1107</Words>
  <Application>Microsoft Office PowerPoint</Application>
  <PresentationFormat>On-screen Show (16:9)</PresentationFormat>
  <Paragraphs>240</Paragraphs>
  <Slides>17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Analysis Consultant Google Slides，Freepptbackgrounds.net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Freepptbackgrounds.net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Analysis Consultant Google Slides</dc:title>
  <dc:subject>Powerpoint Template</dc:subject>
  <dc:creator>Freepptbackgrounds.net</dc:creator>
  <cp:keywords>Analysis Consultant Google Slides</cp:keywords>
  <dc:description>Analysis Consultant Google Slides_x000d_
www.freepptbackgrounds.net</dc:description>
  <cp:lastModifiedBy>Hiko ®</cp:lastModifiedBy>
  <cp:revision>310</cp:revision>
  <dcterms:created xsi:type="dcterms:W3CDTF">2017-01-20T14:07:34Z</dcterms:created>
  <dcterms:modified xsi:type="dcterms:W3CDTF">2026-10-19T21:52:46Z</dcterms:modified>
</cp:coreProperties>
</file>